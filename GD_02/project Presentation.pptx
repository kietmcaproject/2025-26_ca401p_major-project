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443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548640" cy="4997196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-457200"/>
            <a:ext cx="4114800" cy="4114800"/>
          </a:xfrm>
          <a:prstGeom prst="ellipse">
            <a:avLst/>
          </a:prstGeom>
          <a:solidFill>
            <a:srgbClr val="2D5F8A">
              <a:alpha val="40000"/>
            </a:srgbClr>
          </a:solidFill>
          <a:ln w="12700">
            <a:solidFill>
              <a:srgbClr val="2D5F8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82880"/>
            <a:ext cx="3200400" cy="32004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KIET GROUP OF INSTITUTIONS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Depart Requisition &amp;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Management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way to manage stationery requests across departments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8412480" cy="6858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filled paper forms for every stationery request — slow and error-prone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43000"/>
            <a:ext cx="274320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417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❓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8328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knew who requested what or how much stock was left at any 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43000"/>
            <a:ext cx="274320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17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💸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5508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Money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7432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Over-ordering was common because there was no record of how much was spent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problems were faced daily across all departments at KIET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web-based system built with Flask (Python) that handles everything — from placing a stationery request to tracking how much money has been spent.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Python + Flask  (Backend)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64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SQLite  (Database)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124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HTML / Bootstrap  (Frontend)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599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Flask-Login  (Security)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201168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80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6344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097280"/>
            <a:ext cx="201168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280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85800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201168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66344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3017520"/>
            <a:ext cx="201168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85800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Expenditure Tracking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10972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🗂️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 and view all stationery items with category-wise organisation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10972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64992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System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request items within their quota. Admins approve or reject with comments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0515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051560"/>
            <a:ext cx="10972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36792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36792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requests bypass normal quota limits and go directly to SuperUser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9718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71800"/>
            <a:ext cx="10972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93192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" y="4023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unit price × quantity for each item and the grand total money spent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71800"/>
            <a:ext cx="10972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364992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64992" y="4023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add new users with passwords — users can log in immediately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9718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971800"/>
            <a:ext cx="10972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336792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/ Reports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36792" y="4023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of all requests, who processed them, and their final status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This System?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9748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0789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User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Browse items by category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Make normal requests (within quota)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Make special / urgent requests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Track all their own request history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69748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05840"/>
            <a:ext cx="26974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0515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023360" y="10789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383280" y="2148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Manage all stock items &amp; categories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Accept or reject user requests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337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Add new users with passwords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931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View admin summary &amp; reports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005840"/>
            <a:ext cx="269748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005840"/>
            <a:ext cx="269748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0515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49440" y="10789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SuperUser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09360" y="2148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All Admin powers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Approve or reject special requests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337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Promote or demote other admins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931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View total expenditure report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2487168"/>
            <a:ext cx="79552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96596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3383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password login. System detects if they are a User, Admin or SuperUser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0" y="196596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Items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3383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all stationery by category with available quantity and their quota limit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29000" y="196596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5468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Request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54680" y="3383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an item and enters quantity. For urgent needs, clicks Special Request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196596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3383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all pending requests, can accept or reject and add comments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63640" y="196596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8932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Updated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3383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approval, available stock decreases and dispensed quantity goes up automatically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80960" y="196596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0664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Tracked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3383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page shows each item's cost and grand total money expended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Request Flow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/ Urgent Request goes to SuperUser for approval, then follows same path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Feature: Total Amount Module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Do?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38912" y="17830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737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sets a unit price for each stationery item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22585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21284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request is accepted, quantity dispensed is recorded automatically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73405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68833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= Unit Price × Quantity Dispensed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320954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16382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shows amount for every item individually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36850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6393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 shows full expenditure for the semester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41605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1148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update prices anytime from the same page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4114800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Expenditure Report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572768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5727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15727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15727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15727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938528"/>
            <a:ext cx="4114800" cy="38404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9385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Register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19385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19385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19385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322576"/>
            <a:ext cx="41148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3225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Paper (Ream)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89320" y="23225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23225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23225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706624"/>
            <a:ext cx="4114800" cy="38404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7066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(box)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89320" y="27066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27066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0" y="27066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₹960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090672"/>
            <a:ext cx="41148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0906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Stapler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89320" y="30906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20840" y="30906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30906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474720"/>
            <a:ext cx="4114800" cy="38404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4747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Marker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89320" y="34747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20840" y="34747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498080" y="34747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3858768"/>
            <a:ext cx="41148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85876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1520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₹5,610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Matters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Paper forms — easy to lose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39112"/>
            <a:ext cx="402336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391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record of who got what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569464"/>
            <a:ext cx="402336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control over quantities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99816"/>
            <a:ext cx="402336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998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Urgent requests delayed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30168"/>
            <a:ext cx="402336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301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idea how much was spent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160520"/>
            <a:ext cx="402336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Manual password sharing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508760"/>
            <a:ext cx="402336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Digital, always accessible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039112"/>
            <a:ext cx="402336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0391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history for every request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569464"/>
            <a:ext cx="402336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5694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Quota limits enforced automatically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099816"/>
            <a:ext cx="402336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0998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Special request goes to SuperUser instantly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630168"/>
            <a:ext cx="402336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6301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Grand total expenditure tracked live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4160520"/>
            <a:ext cx="402336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login for every user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51960" y="2377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3657600" cy="3657600"/>
          </a:xfrm>
          <a:prstGeom prst="ellipse">
            <a:avLst/>
          </a:prstGeom>
          <a:solidFill>
            <a:srgbClr val="2D5F8A">
              <a:alpha val="50000"/>
            </a:srgbClr>
          </a:solidFill>
          <a:ln w="12700">
            <a:solidFill>
              <a:srgbClr val="2D5F8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 &amp; Supply Management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2468880"/>
            <a:ext cx="6400800" cy="2103120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560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Web-based — works on any device, no installation needed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9443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Three user roles — User, Admin, SuperUser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33284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Full request lifecycle — place → approve → track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37124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Expenditure tracked automatically in real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40965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Special requests for urgent needs always available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KIET Group of Institutions  |  Requisition </a:t>
            </a: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Store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720</Words>
  <Application>Microsoft Office PowerPoint</Application>
  <PresentationFormat>On-screen Show (16:9)</PresentationFormat>
  <Paragraphs>158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Requisition and Supply Management System</dc:title>
  <dc:subject>PptxGenJS Presentation</dc:subject>
  <dc:creator>PptxGenJS</dc:creator>
  <cp:lastModifiedBy>UDIT RANJAN</cp:lastModifiedBy>
  <cp:revision>4</cp:revision>
  <dcterms:created xsi:type="dcterms:W3CDTF">2026-04-15T05:11:42Z</dcterms:created>
  <dcterms:modified xsi:type="dcterms:W3CDTF">2026-05-12T17:00:19Z</dcterms:modified>
</cp:coreProperties>
</file>