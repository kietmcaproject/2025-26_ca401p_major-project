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8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95"/>
  </p:normalViewPr>
  <p:slideViewPr>
    <p:cSldViewPr snapToGrid="0">
      <p:cViewPr>
        <p:scale>
          <a:sx n="75" d="100"/>
          <a:sy n="75" d="100"/>
        </p:scale>
        <p:origin x="1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19E73-B7D3-DC45-A51F-7EDE106577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43126" y="955092"/>
            <a:ext cx="10842172" cy="590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endParaRPr lang="en-IN" sz="2000" b="1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Department Requisition &amp; Store Management System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Udit Ranjan 2400290140227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Suchita Singh 2400290140210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(IV Semester)</a:t>
            </a: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Dr. Neelam Rawat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2AA7D8-F5AD-37A8-B3D8-ACDF47C50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0"/>
            <a:ext cx="12192000" cy="1384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2EA-A327-61DE-78A1-73D7D1AF7CE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9B5E3-038B-0625-950D-E2172209A5E8}"/>
              </a:ext>
            </a:extLst>
          </p:cNvPr>
          <p:cNvSpPr txBox="1"/>
          <p:nvPr/>
        </p:nvSpPr>
        <p:spPr>
          <a:xfrm>
            <a:off x="651933" y="2073458"/>
            <a:ext cx="1133686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Overview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Objectives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Scope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Hardware &amp; Software Requirements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Project Timeline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Project Outcome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</a:p>
          <a:p>
            <a:pPr marL="0" lvl="0" indent="0" algn="just">
              <a:buNone/>
              <a:tabLst>
                <a:tab pos="457200" algn="l"/>
              </a:tabLst>
            </a:pPr>
            <a:endParaRPr lang="en-IN" sz="18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34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E405DF3-EC9D-95EB-11FA-D12AE2E251D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Overview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A502B-9033-7CC4-D679-EDC96D9ED1EB}"/>
              </a:ext>
            </a:extLst>
          </p:cNvPr>
          <p:cNvSpPr txBox="1"/>
          <p:nvPr/>
        </p:nvSpPr>
        <p:spPr>
          <a:xfrm>
            <a:off x="220133" y="1595610"/>
            <a:ext cx="115231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Department Requisition &amp; Store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developed to digitize and automate the requisition and store management process in educational institutions.</a:t>
            </a: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replaces traditional manual registers and issue books used for stationery, consumables, and office supplies with an efficient online system.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paperwork and delays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requisitions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inventory management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&amp; Impact: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 of requisitions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visibility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accountability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audit-ready records</a:t>
            </a:r>
          </a:p>
        </p:txBody>
      </p:sp>
    </p:spTree>
    <p:extLst>
      <p:ext uri="{BB962C8B-B14F-4D97-AF65-F5344CB8AC3E}">
        <p14:creationId xmlns:p14="http://schemas.microsoft.com/office/powerpoint/2010/main" val="404420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BF67-5BB5-9F4E-5C0E-5DFF7E8B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6F7898-E33D-215E-F644-2F403C6431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8EE0C-3DA3-C049-4C49-79E9705FA5E8}"/>
              </a:ext>
            </a:extLst>
          </p:cNvPr>
          <p:cNvSpPr txBox="1"/>
          <p:nvPr/>
        </p:nvSpPr>
        <p:spPr>
          <a:xfrm>
            <a:off x="177801" y="1720840"/>
            <a:ext cx="118533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project 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online requisition system for academic departments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approval and issue tracking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inventory status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paperwork and human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secure, role-based access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digital records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Measurement: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processing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Error-free inventory updates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tracking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1289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AEE5-0136-AC8B-38C2-D7187D7B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AF3217-5635-7F02-343E-7DF93A38E0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roject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05895-D9A7-7639-1AC1-45ADEAC8F9C0}"/>
              </a:ext>
            </a:extLst>
          </p:cNvPr>
          <p:cNvSpPr txBox="1"/>
          <p:nvPr/>
        </p:nvSpPr>
        <p:spPr>
          <a:xfrm>
            <a:off x="228600" y="1437776"/>
            <a:ext cx="1180253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in the Project: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requisition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and rejection workflow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and stock updates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login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Excluded from the Project: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accounting and billing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and supplier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Modules: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</a:t>
            </a:r>
          </a:p>
        </p:txBody>
      </p:sp>
    </p:spTree>
    <p:extLst>
      <p:ext uri="{BB962C8B-B14F-4D97-AF65-F5344CB8AC3E}">
        <p14:creationId xmlns:p14="http://schemas.microsoft.com/office/powerpoint/2010/main" val="183426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69C93C-AF39-666A-C36C-4646A3C94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2CD699-CB4E-CABE-5FC9-7EEF8B1CE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4066" y="1603687"/>
            <a:ext cx="1114213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system requirements and user needs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Studied the existing manual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System Design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system architecture and database structure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Defined modules and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Implementation (Development)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developed using HTML, CSS, and Bootstrap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developed using Python (Flask)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implemented using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and integration testing performed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Bugs identified and fixed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deployed in a local/server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Maintenance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Minor updates and performance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70148-999B-8CEA-D0C9-0269A7282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4B72F4B-F44C-51D1-5EFB-F48F7BD814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</a:t>
            </a:r>
            <a:r>
              <a:rPr lang="en-IN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ardware</a:t>
            </a: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&amp; Software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17E92-5630-24B0-2CE6-29C5A0C94AE4}"/>
              </a:ext>
            </a:extLst>
          </p:cNvPr>
          <p:cNvSpPr txBox="1"/>
          <p:nvPr/>
        </p:nvSpPr>
        <p:spPr>
          <a:xfrm>
            <a:off x="533399" y="1749273"/>
            <a:ext cx="111167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20 GB free space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Flask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Chrome / Firefox</a:t>
            </a:r>
          </a:p>
        </p:txBody>
      </p:sp>
    </p:spTree>
    <p:extLst>
      <p:ext uri="{BB962C8B-B14F-4D97-AF65-F5344CB8AC3E}">
        <p14:creationId xmlns:p14="http://schemas.microsoft.com/office/powerpoint/2010/main" val="131628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47C5-C27D-4DA4-E86C-CA809209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4D06B7-FCE1-EBBC-E105-A2117D62F97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roject Timeline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B72A8-7D3B-45CD-70F2-29BEEC9C9898}"/>
              </a:ext>
            </a:extLst>
          </p:cNvPr>
          <p:cNvSpPr txBox="1"/>
          <p:nvPr/>
        </p:nvSpPr>
        <p:spPr>
          <a:xfrm>
            <a:off x="524932" y="2097037"/>
            <a:ext cx="107526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completed following a planned schedule: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– Week 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– Week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– Week 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– Week 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 – Week 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Debugging – Week 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Deployment &amp; Documentation – Week 7</a:t>
            </a:r>
          </a:p>
        </p:txBody>
      </p:sp>
    </p:spTree>
    <p:extLst>
      <p:ext uri="{BB962C8B-B14F-4D97-AF65-F5344CB8AC3E}">
        <p14:creationId xmlns:p14="http://schemas.microsoft.com/office/powerpoint/2010/main" val="129129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56B0-9EBD-6C37-768D-379EAD8A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B31E40-50AF-E6AE-6155-EA0D69A54A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roject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A6045-1788-3943-D571-9F8BFE5486C3}"/>
              </a:ext>
            </a:extLst>
          </p:cNvPr>
          <p:cNvSpPr txBox="1"/>
          <p:nvPr/>
        </p:nvSpPr>
        <p:spPr>
          <a:xfrm>
            <a:off x="414867" y="1726906"/>
            <a:ext cx="1104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 of the Project: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departmental requisition and store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 and transparency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inventory and record management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Web Application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171915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DC60-0339-02F2-1A6C-74DF1B23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CB1048-9ADF-C63F-48CE-669FE87590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052CB-0670-C476-D014-E7D99B8D9842}"/>
              </a:ext>
            </a:extLst>
          </p:cNvPr>
          <p:cNvSpPr txBox="1"/>
          <p:nvPr/>
        </p:nvSpPr>
        <p:spPr>
          <a:xfrm>
            <a:off x="702734" y="2586671"/>
            <a:ext cx="11252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Department Requisition &amp; Store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effective solution to modernize store operations in educational institutions. It eliminates manual processes, improves efficiency, and ensures accurate record keeping.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enhanced with advanced features such as notifications, barcode integration, and mobile application support.</a:t>
            </a:r>
          </a:p>
        </p:txBody>
      </p:sp>
    </p:spTree>
    <p:extLst>
      <p:ext uri="{BB962C8B-B14F-4D97-AF65-F5344CB8AC3E}">
        <p14:creationId xmlns:p14="http://schemas.microsoft.com/office/powerpoint/2010/main" val="27220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564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neelam.rawat</dc:creator>
  <cp:lastModifiedBy>UDIT RANJAN</cp:lastModifiedBy>
  <cp:revision>11</cp:revision>
  <dcterms:created xsi:type="dcterms:W3CDTF">2025-08-16T13:47:00Z</dcterms:created>
  <dcterms:modified xsi:type="dcterms:W3CDTF">2026-02-10T05:02:43Z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5470836F01CB498981FB4B25DFFE0262_13</vt:lpwstr>
  </property>
  <property fmtid="{D5CDD505-2E9C-101B-9397-08002B2CF9AE}" pid="3" name="KSOProductBuildVer">
    <vt:lpwstr>1033-12.2.0.21931</vt:lpwstr>
  </property>
</Properties>
</file>