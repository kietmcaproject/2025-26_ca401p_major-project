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93" d="100"/>
          <a:sy n="93" d="100"/>
        </p:scale>
        <p:origin x="92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000" y="2411730"/>
            <a:ext cx="6858000" cy="134316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Project-II (CA401P)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Semester</a:t>
            </a:r>
            <a:br>
              <a:rPr lang="en-IN" sz="262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2025-2026</a:t>
            </a:r>
            <a:endParaRPr lang="en-US" sz="262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 txBox="1"/>
          <p:nvPr/>
        </p:nvSpPr>
        <p:spPr>
          <a:xfrm>
            <a:off x="1227803" y="3788704"/>
            <a:ext cx="6858000" cy="1038368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MystiGo</a:t>
            </a:r>
            <a:endParaRPr lang="en-US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Tripti Rajput(202410116100225 )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Vanshika Tyagi(202410116100237)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Vikas Singh(202410116100244</a:t>
            </a:r>
            <a:r>
              <a:rPr lang="en-IN" sz="3200" b="1" dirty="0"/>
              <a:t>)</a:t>
            </a:r>
            <a:endParaRPr lang="en-IN" sz="3200" dirty="0"/>
          </a:p>
          <a:p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/>
          <p:cNvSpPr txBox="1"/>
          <p:nvPr/>
        </p:nvSpPr>
        <p:spPr>
          <a:xfrm>
            <a:off x="1147763" y="4381738"/>
            <a:ext cx="6858000" cy="57202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5" name="Subtitle 2"/>
          <p:cNvSpPr txBox="1"/>
          <p:nvPr/>
        </p:nvSpPr>
        <p:spPr>
          <a:xfrm>
            <a:off x="6858000" y="4575567"/>
            <a:ext cx="2276475" cy="148417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Amit Kumar Gupta</a:t>
            </a: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Anita Yadav</a:t>
            </a: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Neelam Rawat</a:t>
            </a: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6981" y="4953762"/>
            <a:ext cx="2101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Incharge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Ankit Verma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Annu Yadav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33614" y="857250"/>
            <a:ext cx="4686299" cy="10469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smart travel planning platform</a:t>
            </a:r>
            <a:endParaRPr lang="en-IN" sz="16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mystery destination experiences.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Generates personalized day-wise itineraries.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Compares transport options like flights, trains, and buses.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Recommends hotels with pricing and ratings.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Includes AI chatbot assistance for travel guidance.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maps and navigation support.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Allows PDF export of complete itinerary.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95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1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Simplifies trip planning.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Saves user time and effort.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personalized travel experiences.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decision fatigue.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Enhances user engagement with AI-based features.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764" y="1816688"/>
            <a:ext cx="3654982" cy="23771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295"/>
            </a:pPr>
            <a:r>
              <a:rPr lang="en-IN" sz="1600" b="1" dirty="0"/>
              <a:t>  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AI-powered travel planning platform.</a:t>
            </a:r>
            <a:endParaRPr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smart personalized itineraries.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mystery destination experiences.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 transport and hotel options efficiently.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 AI chatbot assistance.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 a responsive and user-friendly interface.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downloadable PDF itineraries.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95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1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 measured using:</a:t>
            </a:r>
            <a:endParaRPr sz="1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satisfaction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Recommendation accuracy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  <a:defRPr sz="1295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System performance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API response efficiency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  <a:defRPr sz="1295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engagement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Transparent Objective Png - Objective Png, Png Download , Transparent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180" y="2365065"/>
            <a:ext cx="2794788" cy="295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295"/>
            </a:pPr>
            <a:r>
              <a:rPr lang="en-IN" sz="1600" b="1" dirty="0">
                <a:solidFill>
                  <a:schemeClr val="tx2">
                    <a:lumMod val="50000"/>
                  </a:schemeClr>
                </a:solidFill>
              </a:rPr>
              <a:t>   </a:t>
            </a:r>
            <a:r>
              <a:rPr sz="1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Included:</a:t>
            </a:r>
            <a:endParaRPr sz="16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authentication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itinerary generation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Mystery destination feature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Hotel recommendations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Transport comparison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Maps integration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chatbot support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PDF export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Responsive UI development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95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Excluded:</a:t>
            </a:r>
            <a:endParaRPr sz="16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International visa processing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flight ticket booking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Offline GPS tracking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Multi-language voice assistant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  <a:defRPr sz="1295"/>
            </a:pPr>
            <a:r>
              <a:rPr lang="en-IN" sz="17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17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Methodology: Agile</a:t>
            </a:r>
            <a:endParaRPr sz="17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95"/>
            </a:pPr>
            <a:endParaRPr sz="17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endParaRPr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Requirement Analysis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UI/UX Design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Frontend Development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Backend Development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API Integration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Database Design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Testing &amp; Validation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Deployment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95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7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17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Technologies:</a:t>
            </a:r>
            <a:endParaRPr sz="17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HTML5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CSS3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JavaScript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React.js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Node.js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Express.js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MySQL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Google Maps API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endParaRPr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295"/>
            </a:pPr>
            <a:r>
              <a:rPr lang="en-IN" dirty="0"/>
              <a:t> 	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Requirement Analysis – 1 Week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UI/UX Design – 1 Week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 Development – 3 Weeks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Backend Development – 3 Weeks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API Integration – 2 Weeks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Testing &amp; Evaluation – 2 Weeks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Documentation – 1 Week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95"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8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18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Milestones:</a:t>
            </a:r>
            <a:endParaRPr sz="18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 Completion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Backend API Integration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  <a:defRPr sz="1295"/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Chatbot Integration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Final Testing &amp; Deployment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1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Outcome:</a:t>
            </a:r>
            <a:endParaRPr sz="16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Smart Travel Planning Platform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AI-generated personalized itineraries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Mystery destination recommendation system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Hotel and transport comparison module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Chatbot-based travel assistance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Downloadable PDF itinerary system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95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sz="16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Voice-based travel assistant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booking integration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Multi-language support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Mobile application development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29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Advanced AI recommendation engine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295"/>
            </a:pP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MystiGo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AI-powered solution for smart and personalized travel planning.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95"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95"/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simplifies trip management through mystery destinations, itinerary generation, hotel recommendations, transport comparison, chatbot assistance, and maps integration.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95"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95"/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improves travel convenience, enhances user experience, and provides an efficient all-in-one travel planning solution.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3234</Words>
  <Application>WPS Presentation</Application>
  <PresentationFormat>On-screen Show (4:3)</PresentationFormat>
  <Paragraphs>139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Project Overview</vt:lpstr>
      <vt:lpstr>Project Objectives</vt:lpstr>
      <vt:lpstr>Project Scope</vt:lpstr>
      <vt:lpstr>Methodology</vt:lpstr>
      <vt:lpstr>Timeline</vt:lpstr>
      <vt:lpstr>Project Outcome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Tripti Rajput</dc:creator>
  <dc:description>generated using python-pptx</dc:description>
  <cp:lastModifiedBy>WPS_1705679338</cp:lastModifiedBy>
  <cp:revision>4</cp:revision>
  <dcterms:created xsi:type="dcterms:W3CDTF">2013-01-27T09:14:00Z</dcterms:created>
  <dcterms:modified xsi:type="dcterms:W3CDTF">2026-05-12T04:16:33Z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2FE2BA0A76B6488099C0A8D16173352F_12</vt:lpwstr>
  </property>
  <property fmtid="{D5CDD505-2E9C-101B-9397-08002B2CF9AE}" pid="3" name="KSOProductBuildVer">
    <vt:lpwstr>1033-12.1.0.26372</vt:lpwstr>
  </property>
</Properties>
</file>