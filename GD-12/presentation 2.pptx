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51600"/>
  <p:notesSz cx="11430000" cy="6451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6348" y="2377399"/>
            <a:ext cx="5692140" cy="1190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F1F5F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06348" y="3843197"/>
            <a:ext cx="5572125" cy="71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EBECE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F1F5F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EBECE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F1F5F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3868"/>
            <a:ext cx="4972050" cy="4258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3868"/>
            <a:ext cx="4972050" cy="4258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F1F5F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E151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1451" y="423113"/>
            <a:ext cx="10547096" cy="674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F1F5F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45911" y="2621737"/>
            <a:ext cx="4827905" cy="3013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EBECE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9988"/>
            <a:ext cx="3657600" cy="32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9988"/>
            <a:ext cx="2628900" cy="32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9988"/>
            <a:ext cx="2628900" cy="32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hyperlink" Target="https://gamma.app/?utm_source=made-with-gamma" TargetMode="External"/><Relationship Id="rId13" Type="http://schemas.openxmlformats.org/officeDocument/2006/relationships/image" Target="../media/image2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2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29.png"/><Relationship Id="rId9" Type="http://schemas.openxmlformats.org/officeDocument/2006/relationships/image" Target="../media/image3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hyperlink" Target="https://gamma.app/?utm_source=made-with-gamma" TargetMode="External"/><Relationship Id="rId18" Type="http://schemas.openxmlformats.org/officeDocument/2006/relationships/image" Target="../media/image2.png"/><Relationship Id="rId19" Type="http://schemas.openxmlformats.org/officeDocument/2006/relationships/image" Target="../media/image4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5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jpg"/><Relationship Id="rId7" Type="http://schemas.openxmlformats.org/officeDocument/2006/relationships/hyperlink" Target="https://gamma.app/?utm_source=made-with-gamma" TargetMode="External"/><Relationship Id="rId8" Type="http://schemas.openxmlformats.org/officeDocument/2006/relationships/image" Target="../media/image2.png"/><Relationship Id="rId9" Type="http://schemas.openxmlformats.org/officeDocument/2006/relationships/image" Target="../media/image5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95"/>
              </a:spcBef>
            </a:pPr>
            <a:r>
              <a:rPr dirty="0" sz="3450" spc="-95"/>
              <a:t>AI-</a:t>
            </a:r>
            <a:r>
              <a:rPr dirty="0" sz="3450" spc="-75"/>
              <a:t>Based</a:t>
            </a:r>
            <a:r>
              <a:rPr dirty="0" sz="3450" spc="-405"/>
              <a:t> </a:t>
            </a:r>
            <a:r>
              <a:rPr dirty="0" sz="3450" spc="-90"/>
              <a:t>Credit</a:t>
            </a:r>
            <a:r>
              <a:rPr dirty="0" sz="3450" spc="-375"/>
              <a:t> </a:t>
            </a:r>
            <a:r>
              <a:rPr dirty="0" sz="3450" spc="-80"/>
              <a:t>Card</a:t>
            </a:r>
            <a:r>
              <a:rPr dirty="0" sz="3450" spc="-400"/>
              <a:t> </a:t>
            </a:r>
            <a:r>
              <a:rPr dirty="0" sz="3450" spc="-45"/>
              <a:t>Fraud </a:t>
            </a:r>
            <a:r>
              <a:rPr dirty="0" sz="3450" spc="-10"/>
              <a:t>Detection</a:t>
            </a:r>
            <a:r>
              <a:rPr dirty="0" sz="3450" spc="-240"/>
              <a:t> </a:t>
            </a:r>
            <a:r>
              <a:rPr dirty="0" sz="3450" spc="-10"/>
              <a:t>System</a:t>
            </a:r>
            <a:endParaRPr sz="3450"/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100"/>
              </a:spcBef>
            </a:pPr>
            <a:r>
              <a:rPr dirty="0" sz="1400" spc="-125" b="0">
                <a:latin typeface="Verdana"/>
                <a:cs typeface="Verdana"/>
              </a:rPr>
              <a:t>A</a:t>
            </a:r>
            <a:r>
              <a:rPr dirty="0" sz="1400" spc="-40" b="0">
                <a:latin typeface="Verdana"/>
                <a:cs typeface="Verdana"/>
              </a:rPr>
              <a:t> </a:t>
            </a:r>
            <a:r>
              <a:rPr dirty="0" sz="1400" spc="-95" b="0">
                <a:latin typeface="Verdana"/>
                <a:cs typeface="Verdana"/>
              </a:rPr>
              <a:t>smart,</a:t>
            </a:r>
            <a:r>
              <a:rPr dirty="0" sz="1400" spc="-25" b="0">
                <a:latin typeface="Verdana"/>
                <a:cs typeface="Verdana"/>
              </a:rPr>
              <a:t> </a:t>
            </a:r>
            <a:r>
              <a:rPr dirty="0" sz="1400" spc="-100" b="0">
                <a:latin typeface="Verdana"/>
                <a:cs typeface="Verdana"/>
              </a:rPr>
              <a:t>web-based</a:t>
            </a:r>
            <a:r>
              <a:rPr dirty="0" sz="1400" spc="-30" b="0">
                <a:latin typeface="Verdana"/>
                <a:cs typeface="Verdana"/>
              </a:rPr>
              <a:t> </a:t>
            </a:r>
            <a:r>
              <a:rPr dirty="0" sz="1400" spc="-90" b="0">
                <a:latin typeface="Verdana"/>
                <a:cs typeface="Verdana"/>
              </a:rPr>
              <a:t>platform</a:t>
            </a:r>
            <a:r>
              <a:rPr dirty="0" sz="1400" spc="-30" b="0">
                <a:latin typeface="Verdana"/>
                <a:cs typeface="Verdana"/>
              </a:rPr>
              <a:t> </a:t>
            </a:r>
            <a:r>
              <a:rPr dirty="0" sz="1400" spc="-85" b="0">
                <a:latin typeface="Verdana"/>
                <a:cs typeface="Verdana"/>
              </a:rPr>
              <a:t>that</a:t>
            </a:r>
            <a:r>
              <a:rPr dirty="0" sz="1400" spc="-40" b="0">
                <a:latin typeface="Verdana"/>
                <a:cs typeface="Verdana"/>
              </a:rPr>
              <a:t> </a:t>
            </a:r>
            <a:r>
              <a:rPr dirty="0" sz="1400" spc="-85" b="0">
                <a:latin typeface="Verdana"/>
                <a:cs typeface="Verdana"/>
              </a:rPr>
              <a:t>leverages</a:t>
            </a:r>
            <a:r>
              <a:rPr dirty="0" sz="1400" spc="-15" b="0">
                <a:latin typeface="Verdana"/>
                <a:cs typeface="Verdana"/>
              </a:rPr>
              <a:t> </a:t>
            </a:r>
            <a:r>
              <a:rPr dirty="0" sz="1400" spc="-65" b="0">
                <a:latin typeface="Verdana"/>
                <a:cs typeface="Verdana"/>
              </a:rPr>
              <a:t>artificial</a:t>
            </a:r>
            <a:r>
              <a:rPr dirty="0" sz="1400" spc="-20" b="0">
                <a:latin typeface="Verdana"/>
                <a:cs typeface="Verdana"/>
              </a:rPr>
              <a:t> </a:t>
            </a:r>
            <a:r>
              <a:rPr dirty="0" sz="1400" spc="-80" b="0">
                <a:latin typeface="Verdana"/>
                <a:cs typeface="Verdana"/>
              </a:rPr>
              <a:t>intelligence</a:t>
            </a:r>
            <a:r>
              <a:rPr dirty="0" sz="1400" spc="-40" b="0">
                <a:latin typeface="Verdana"/>
                <a:cs typeface="Verdana"/>
              </a:rPr>
              <a:t> </a:t>
            </a:r>
            <a:r>
              <a:rPr dirty="0" sz="1400" spc="-25" b="0">
                <a:latin typeface="Verdana"/>
                <a:cs typeface="Verdana"/>
              </a:rPr>
              <a:t>and </a:t>
            </a:r>
            <a:r>
              <a:rPr dirty="0" sz="1400" spc="-70" b="0">
                <a:latin typeface="Verdana"/>
                <a:cs typeface="Verdana"/>
              </a:rPr>
              <a:t>real-</a:t>
            </a:r>
            <a:r>
              <a:rPr dirty="0" sz="1400" spc="-55" b="0">
                <a:latin typeface="Verdana"/>
                <a:cs typeface="Verdana"/>
              </a:rPr>
              <a:t>time</a:t>
            </a:r>
            <a:r>
              <a:rPr dirty="0" sz="1400" spc="-105" b="0">
                <a:latin typeface="Verdana"/>
                <a:cs typeface="Verdana"/>
              </a:rPr>
              <a:t> </a:t>
            </a:r>
            <a:r>
              <a:rPr dirty="0" sz="1400" spc="-50" b="0">
                <a:latin typeface="Verdana"/>
                <a:cs typeface="Verdana"/>
              </a:rPr>
              <a:t>risk</a:t>
            </a:r>
            <a:r>
              <a:rPr dirty="0" sz="1400" spc="-120" b="0">
                <a:latin typeface="Verdana"/>
                <a:cs typeface="Verdana"/>
              </a:rPr>
              <a:t> </a:t>
            </a:r>
            <a:r>
              <a:rPr dirty="0" sz="1400" spc="-55" b="0">
                <a:latin typeface="Verdana"/>
                <a:cs typeface="Verdana"/>
              </a:rPr>
              <a:t>analysis</a:t>
            </a:r>
            <a:r>
              <a:rPr dirty="0" sz="1400" spc="-125" b="0">
                <a:latin typeface="Verdana"/>
                <a:cs typeface="Verdana"/>
              </a:rPr>
              <a:t> </a:t>
            </a:r>
            <a:r>
              <a:rPr dirty="0" sz="1400" spc="-35" b="0">
                <a:latin typeface="Verdana"/>
                <a:cs typeface="Verdana"/>
              </a:rPr>
              <a:t>to</a:t>
            </a:r>
            <a:r>
              <a:rPr dirty="0" sz="1400" spc="-120" b="0">
                <a:latin typeface="Verdana"/>
                <a:cs typeface="Verdana"/>
              </a:rPr>
              <a:t> </a:t>
            </a:r>
            <a:r>
              <a:rPr dirty="0" sz="1400" spc="-55" b="0">
                <a:latin typeface="Verdana"/>
                <a:cs typeface="Verdana"/>
              </a:rPr>
              <a:t>detect</a:t>
            </a:r>
            <a:r>
              <a:rPr dirty="0" sz="1400" spc="-130" b="0">
                <a:latin typeface="Verdana"/>
                <a:cs typeface="Verdana"/>
              </a:rPr>
              <a:t> </a:t>
            </a:r>
            <a:r>
              <a:rPr dirty="0" sz="1400" spc="-45" b="0">
                <a:latin typeface="Verdana"/>
                <a:cs typeface="Verdana"/>
              </a:rPr>
              <a:t>and</a:t>
            </a:r>
            <a:r>
              <a:rPr dirty="0" sz="1400" spc="-114" b="0">
                <a:latin typeface="Verdana"/>
                <a:cs typeface="Verdana"/>
              </a:rPr>
              <a:t> </a:t>
            </a:r>
            <a:r>
              <a:rPr dirty="0" sz="1400" spc="-50" b="0">
                <a:latin typeface="Verdana"/>
                <a:cs typeface="Verdana"/>
              </a:rPr>
              <a:t>prevent</a:t>
            </a:r>
            <a:r>
              <a:rPr dirty="0" sz="1400" spc="-135" b="0">
                <a:latin typeface="Verdana"/>
                <a:cs typeface="Verdana"/>
              </a:rPr>
              <a:t> </a:t>
            </a:r>
            <a:r>
              <a:rPr dirty="0" sz="1400" spc="-60" b="0">
                <a:latin typeface="Verdana"/>
                <a:cs typeface="Verdana"/>
              </a:rPr>
              <a:t>suspicious</a:t>
            </a:r>
            <a:r>
              <a:rPr dirty="0" sz="1400" spc="-114" b="0">
                <a:latin typeface="Verdana"/>
                <a:cs typeface="Verdana"/>
              </a:rPr>
              <a:t> </a:t>
            </a:r>
            <a:r>
              <a:rPr dirty="0" sz="1400" spc="-55" b="0">
                <a:latin typeface="Verdana"/>
                <a:cs typeface="Verdana"/>
              </a:rPr>
              <a:t>credit</a:t>
            </a:r>
            <a:r>
              <a:rPr dirty="0" sz="1400" spc="-110" b="0">
                <a:latin typeface="Verdana"/>
                <a:cs typeface="Verdana"/>
              </a:rPr>
              <a:t> </a:t>
            </a:r>
            <a:r>
              <a:rPr dirty="0" sz="1400" spc="-20" b="0">
                <a:latin typeface="Verdana"/>
                <a:cs typeface="Verdana"/>
              </a:rPr>
              <a:t>card </a:t>
            </a:r>
            <a:r>
              <a:rPr dirty="0" sz="1400" spc="-40" b="0">
                <a:latin typeface="Verdana"/>
                <a:cs typeface="Verdana"/>
              </a:rPr>
              <a:t>transactions</a:t>
            </a:r>
            <a:r>
              <a:rPr dirty="0" sz="1400" spc="-145" b="0">
                <a:latin typeface="Verdana"/>
                <a:cs typeface="Verdana"/>
              </a:rPr>
              <a:t> </a:t>
            </a:r>
            <a:r>
              <a:rPr dirty="0" sz="1400" spc="-10" b="0">
                <a:latin typeface="Verdana"/>
                <a:cs typeface="Verdana"/>
              </a:rPr>
              <a:t>4</a:t>
            </a:r>
            <a:r>
              <a:rPr dirty="0" sz="1400" spc="-135" b="0">
                <a:latin typeface="Verdana"/>
                <a:cs typeface="Verdana"/>
              </a:rPr>
              <a:t> </a:t>
            </a:r>
            <a:r>
              <a:rPr dirty="0" sz="1400" spc="-35" b="0">
                <a:latin typeface="Verdana"/>
                <a:cs typeface="Verdana"/>
              </a:rPr>
              <a:t>before</a:t>
            </a:r>
            <a:r>
              <a:rPr dirty="0" sz="1400" spc="-120" b="0">
                <a:latin typeface="Verdana"/>
                <a:cs typeface="Verdana"/>
              </a:rPr>
              <a:t> </a:t>
            </a:r>
            <a:r>
              <a:rPr dirty="0" sz="1400" spc="-30" b="0">
                <a:latin typeface="Verdana"/>
                <a:cs typeface="Verdana"/>
              </a:rPr>
              <a:t>they</a:t>
            </a:r>
            <a:r>
              <a:rPr dirty="0" sz="1400" spc="-145" b="0">
                <a:latin typeface="Verdana"/>
                <a:cs typeface="Verdana"/>
              </a:rPr>
              <a:t> </a:t>
            </a:r>
            <a:r>
              <a:rPr dirty="0" sz="1400" spc="-40" b="0">
                <a:latin typeface="Verdana"/>
                <a:cs typeface="Verdana"/>
              </a:rPr>
              <a:t>cause</a:t>
            </a:r>
            <a:r>
              <a:rPr dirty="0" sz="1400" spc="-125" b="0">
                <a:latin typeface="Verdana"/>
                <a:cs typeface="Verdana"/>
              </a:rPr>
              <a:t> </a:t>
            </a:r>
            <a:r>
              <a:rPr dirty="0" sz="1400" spc="-10" b="0">
                <a:latin typeface="Verdana"/>
                <a:cs typeface="Verdana"/>
              </a:rPr>
              <a:t>harm.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143750" y="9521"/>
            <a:ext cx="4295140" cy="6449695"/>
            <a:chOff x="7143750" y="9521"/>
            <a:chExt cx="4295140" cy="64496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9521"/>
              <a:ext cx="4286250" cy="6429375"/>
            </a:xfrm>
            <a:prstGeom prst="rect">
              <a:avLst/>
            </a:prstGeom>
          </p:spPr>
        </p:pic>
        <p:pic>
          <p:nvPicPr>
            <p:cNvPr id="6" name="object 6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1"/>
              <a:ext cx="1754504" cy="4191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5989" y="5845175"/>
              <a:ext cx="2870200" cy="60134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555989" y="5845175"/>
              <a:ext cx="2870200" cy="601345"/>
            </a:xfrm>
            <a:custGeom>
              <a:avLst/>
              <a:gdLst/>
              <a:ahLst/>
              <a:cxnLst/>
              <a:rect l="l" t="t" r="r" b="b"/>
              <a:pathLst>
                <a:path w="2870200" h="601345">
                  <a:moveTo>
                    <a:pt x="2870200" y="601345"/>
                  </a:moveTo>
                  <a:lnTo>
                    <a:pt x="2870200" y="0"/>
                  </a:lnTo>
                  <a:lnTo>
                    <a:pt x="0" y="0"/>
                  </a:lnTo>
                  <a:lnTo>
                    <a:pt x="0" y="601345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348" y="2204161"/>
            <a:ext cx="4895215" cy="55308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50" spc="-75"/>
              <a:t>What</a:t>
            </a:r>
            <a:r>
              <a:rPr dirty="0" sz="3450" spc="-375"/>
              <a:t> </a:t>
            </a:r>
            <a:r>
              <a:rPr dirty="0" sz="3450" spc="-75"/>
              <a:t>This</a:t>
            </a:r>
            <a:r>
              <a:rPr dirty="0" sz="3450" spc="-385"/>
              <a:t> </a:t>
            </a:r>
            <a:r>
              <a:rPr dirty="0" sz="3450" spc="-85"/>
              <a:t>System</a:t>
            </a:r>
            <a:r>
              <a:rPr dirty="0" sz="3450" spc="-409"/>
              <a:t> </a:t>
            </a:r>
            <a:r>
              <a:rPr dirty="0" sz="3450" spc="-20"/>
              <a:t>Does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606348" y="3038652"/>
            <a:ext cx="5718175" cy="1174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20"/>
              </a:spcBef>
            </a:pP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This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system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combines</a:t>
            </a:r>
            <a:r>
              <a:rPr dirty="0" sz="1400" spc="-1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BECEF"/>
                </a:solidFill>
                <a:latin typeface="Verdana"/>
                <a:cs typeface="Verdana"/>
              </a:rPr>
              <a:t>AI-driven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risk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analysis</a:t>
            </a:r>
            <a:r>
              <a:rPr dirty="0" sz="140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with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a</a:t>
            </a:r>
            <a:r>
              <a:rPr dirty="0" sz="1400" spc="-1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modern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BECEF"/>
                </a:solidFill>
                <a:latin typeface="Verdana"/>
                <a:cs typeface="Verdana"/>
              </a:rPr>
              <a:t>web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interface</a:t>
            </a:r>
            <a:r>
              <a:rPr dirty="0" sz="1400" spc="-1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to</a:t>
            </a:r>
            <a:r>
              <a:rPr dirty="0" sz="1400" spc="-1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monitor</a:t>
            </a:r>
            <a:r>
              <a:rPr dirty="0" sz="1400" spc="-1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credit</a:t>
            </a:r>
            <a:r>
              <a:rPr dirty="0" sz="1400" spc="-1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card</a:t>
            </a:r>
            <a:r>
              <a:rPr dirty="0" sz="1400" spc="-1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transactions</a:t>
            </a:r>
            <a:r>
              <a:rPr dirty="0" sz="1400" spc="-1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in</a:t>
            </a:r>
            <a:r>
              <a:rPr dirty="0" sz="1400" spc="-1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real</a:t>
            </a:r>
            <a:r>
              <a:rPr dirty="0" sz="1400" spc="-19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time.</a:t>
            </a:r>
            <a:r>
              <a:rPr dirty="0" sz="1400" spc="-1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Instead</a:t>
            </a:r>
            <a:r>
              <a:rPr dirty="0" sz="1400" spc="-1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BECEF"/>
                </a:solidFill>
                <a:latin typeface="Verdana"/>
                <a:cs typeface="Verdana"/>
              </a:rPr>
              <a:t>of </a:t>
            </a:r>
            <a:r>
              <a:rPr dirty="0" sz="1400" spc="-70">
                <a:solidFill>
                  <a:srgbClr val="EBECEF"/>
                </a:solidFill>
                <a:latin typeface="Verdana"/>
                <a:cs typeface="Verdana"/>
              </a:rPr>
              <a:t>relying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on</a:t>
            </a:r>
            <a:r>
              <a:rPr dirty="0" sz="140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slow,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manual</a:t>
            </a:r>
            <a:r>
              <a:rPr dirty="0" sz="1400" spc="-1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review</a:t>
            </a:r>
            <a:r>
              <a:rPr dirty="0" sz="1400" spc="-1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processes,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it</a:t>
            </a:r>
            <a:r>
              <a:rPr dirty="0" sz="1400" spc="-1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BECEF"/>
                </a:solidFill>
                <a:latin typeface="Verdana"/>
                <a:cs typeface="Verdana"/>
              </a:rPr>
              <a:t>automatically</a:t>
            </a:r>
            <a:r>
              <a:rPr dirty="0" sz="1400" spc="-1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evaluates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each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transaction</a:t>
            </a:r>
            <a:r>
              <a:rPr dirty="0" sz="140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flags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suspicious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activity</a:t>
            </a:r>
            <a:r>
              <a:rPr dirty="0" sz="1400" spc="-1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4</a:t>
            </a:r>
            <a:r>
              <a:rPr dirty="0" sz="1400" spc="-10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giving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financial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teams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the</a:t>
            </a:r>
            <a:r>
              <a:rPr dirty="0" sz="1400" spc="-1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speed</a:t>
            </a:r>
            <a:r>
              <a:rPr dirty="0" sz="1400" spc="-1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accuracy</a:t>
            </a:r>
            <a:r>
              <a:rPr dirty="0" sz="1400" spc="-1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they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need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to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EBECEF"/>
                </a:solidFill>
                <a:latin typeface="Verdana"/>
                <a:cs typeface="Verdana"/>
              </a:rPr>
              <a:t>act.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143750" y="9521"/>
            <a:ext cx="4286250" cy="6449695"/>
            <a:chOff x="7143750" y="9521"/>
            <a:chExt cx="4286250" cy="64496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9521"/>
              <a:ext cx="4286250" cy="6429375"/>
            </a:xfrm>
            <a:prstGeom prst="rect">
              <a:avLst/>
            </a:prstGeom>
          </p:spPr>
        </p:pic>
        <p:pic>
          <p:nvPicPr>
            <p:cNvPr id="6" name="object 6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1"/>
              <a:ext cx="1754504" cy="4191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8975" y="5910681"/>
              <a:ext cx="1828800" cy="53583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9578975" y="5910681"/>
              <a:ext cx="1828800" cy="535940"/>
            </a:xfrm>
            <a:custGeom>
              <a:avLst/>
              <a:gdLst/>
              <a:ahLst/>
              <a:cxnLst/>
              <a:rect l="l" t="t" r="r" b="b"/>
              <a:pathLst>
                <a:path w="1828800" h="535939">
                  <a:moveTo>
                    <a:pt x="1828800" y="535838"/>
                  </a:moveTo>
                  <a:lnTo>
                    <a:pt x="1828800" y="0"/>
                  </a:lnTo>
                  <a:lnTo>
                    <a:pt x="0" y="0"/>
                  </a:lnTo>
                  <a:lnTo>
                    <a:pt x="0" y="535838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spc="-105"/>
              <a:t>The</a:t>
            </a:r>
            <a:r>
              <a:rPr dirty="0" sz="2550" spc="-310"/>
              <a:t> </a:t>
            </a:r>
            <a:r>
              <a:rPr dirty="0" sz="2550" spc="-105"/>
              <a:t>Fraud</a:t>
            </a:r>
            <a:r>
              <a:rPr dirty="0" sz="2550" spc="-305"/>
              <a:t> </a:t>
            </a:r>
            <a:r>
              <a:rPr dirty="0" sz="2550" spc="-114"/>
              <a:t>Problem</a:t>
            </a:r>
            <a:r>
              <a:rPr dirty="0" sz="2550" spc="-315"/>
              <a:t> </a:t>
            </a:r>
            <a:r>
              <a:rPr dirty="0" sz="2550" spc="-75"/>
              <a:t>Is</a:t>
            </a:r>
            <a:r>
              <a:rPr dirty="0" sz="2550" spc="-330"/>
              <a:t> </a:t>
            </a:r>
            <a:r>
              <a:rPr dirty="0" sz="2550" spc="-65"/>
              <a:t>Growing</a:t>
            </a:r>
            <a:endParaRPr sz="2550"/>
          </a:p>
        </p:txBody>
      </p:sp>
      <p:sp>
        <p:nvSpPr>
          <p:cNvPr id="3" name="object 3" descr=""/>
          <p:cNvSpPr txBox="1"/>
          <p:nvPr/>
        </p:nvSpPr>
        <p:spPr>
          <a:xfrm>
            <a:off x="7496682" y="2853944"/>
            <a:ext cx="3161665" cy="32258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200"/>
              </a:spcBef>
            </a:pPr>
            <a:r>
              <a:rPr dirty="0" sz="1000" spc="-35">
                <a:solidFill>
                  <a:srgbClr val="EBECEF"/>
                </a:solidFill>
                <a:latin typeface="Verdana"/>
                <a:cs typeface="Verdana"/>
              </a:rPr>
              <a:t>Online</a:t>
            </a:r>
            <a:r>
              <a:rPr dirty="0" sz="10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45">
                <a:solidFill>
                  <a:srgbClr val="EBECEF"/>
                </a:solidFill>
                <a:latin typeface="Verdana"/>
                <a:cs typeface="Verdana"/>
              </a:rPr>
              <a:t>fraud</a:t>
            </a:r>
            <a:r>
              <a:rPr dirty="0" sz="1000" spc="-10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50">
                <a:solidFill>
                  <a:srgbClr val="EBECEF"/>
                </a:solidFill>
                <a:latin typeface="Verdana"/>
                <a:cs typeface="Verdana"/>
              </a:rPr>
              <a:t>cases</a:t>
            </a:r>
            <a:r>
              <a:rPr dirty="0" sz="1000" spc="-9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40">
                <a:solidFill>
                  <a:srgbClr val="EBECEF"/>
                </a:solidFill>
                <a:latin typeface="Verdana"/>
                <a:cs typeface="Verdana"/>
              </a:rPr>
              <a:t>are</a:t>
            </a:r>
            <a:r>
              <a:rPr dirty="0" sz="1000" spc="-9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50">
                <a:solidFill>
                  <a:srgbClr val="EBECEF"/>
                </a:solidFill>
                <a:latin typeface="Verdana"/>
                <a:cs typeface="Verdana"/>
              </a:rPr>
              <a:t>increasing</a:t>
            </a:r>
            <a:r>
              <a:rPr dirty="0" sz="1000" spc="-10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50">
                <a:solidFill>
                  <a:srgbClr val="EBECEF"/>
                </a:solidFill>
                <a:latin typeface="Verdana"/>
                <a:cs typeface="Verdana"/>
              </a:rPr>
              <a:t>rapidly,</a:t>
            </a:r>
            <a:r>
              <a:rPr dirty="0" sz="1000" spc="-7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40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000" spc="-9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EBECEF"/>
                </a:solidFill>
                <a:latin typeface="Verdana"/>
                <a:cs typeface="Verdana"/>
              </a:rPr>
              <a:t>manual </a:t>
            </a:r>
            <a:r>
              <a:rPr dirty="0" sz="1000" spc="-20">
                <a:solidFill>
                  <a:srgbClr val="EBECEF"/>
                </a:solidFill>
                <a:latin typeface="Verdana"/>
                <a:cs typeface="Verdana"/>
              </a:rPr>
              <a:t>verification</a:t>
            </a:r>
            <a:r>
              <a:rPr dirty="0" sz="1000" spc="-7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EBECEF"/>
                </a:solidFill>
                <a:latin typeface="Verdana"/>
                <a:cs typeface="Verdana"/>
              </a:rPr>
              <a:t>methods</a:t>
            </a:r>
            <a:r>
              <a:rPr dirty="0" sz="1000" spc="-7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EBECEF"/>
                </a:solidFill>
                <a:latin typeface="Verdana"/>
                <a:cs typeface="Verdana"/>
              </a:rPr>
              <a:t>are</a:t>
            </a:r>
            <a:r>
              <a:rPr dirty="0" sz="1000" spc="-8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EBECEF"/>
                </a:solidFill>
                <a:latin typeface="Verdana"/>
                <a:cs typeface="Verdana"/>
              </a:rPr>
              <a:t>slow</a:t>
            </a:r>
            <a:r>
              <a:rPr dirty="0" sz="1000" spc="-9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15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000" spc="-8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EBECEF"/>
                </a:solidFill>
                <a:latin typeface="Verdana"/>
                <a:cs typeface="Verdana"/>
              </a:rPr>
              <a:t>inefficient.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113027"/>
            <a:ext cx="6723506" cy="3809365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9533890" y="5876480"/>
            <a:ext cx="1885950" cy="582930"/>
            <a:chOff x="9533890" y="5876480"/>
            <a:chExt cx="1885950" cy="58293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46590" y="5889180"/>
              <a:ext cx="1860550" cy="55733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9546590" y="5889180"/>
              <a:ext cx="1860550" cy="557530"/>
            </a:xfrm>
            <a:custGeom>
              <a:avLst/>
              <a:gdLst/>
              <a:ahLst/>
              <a:cxnLst/>
              <a:rect l="l" t="t" r="r" b="b"/>
              <a:pathLst>
                <a:path w="1860550" h="557529">
                  <a:moveTo>
                    <a:pt x="1860550" y="557339"/>
                  </a:moveTo>
                  <a:lnTo>
                    <a:pt x="1860550" y="0"/>
                  </a:lnTo>
                  <a:lnTo>
                    <a:pt x="0" y="0"/>
                  </a:lnTo>
                  <a:lnTo>
                    <a:pt x="0" y="557339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9125" y="1855470"/>
            <a:ext cx="5010150" cy="1952625"/>
            <a:chOff x="619125" y="1855470"/>
            <a:chExt cx="5010150" cy="1952625"/>
          </a:xfrm>
        </p:grpSpPr>
        <p:sp>
          <p:nvSpPr>
            <p:cNvPr id="3" name="object 3" descr=""/>
            <p:cNvSpPr/>
            <p:nvPr/>
          </p:nvSpPr>
          <p:spPr>
            <a:xfrm>
              <a:off x="628650" y="1864995"/>
              <a:ext cx="4991100" cy="1933575"/>
            </a:xfrm>
            <a:custGeom>
              <a:avLst/>
              <a:gdLst/>
              <a:ahLst/>
              <a:cxnLst/>
              <a:rect l="l" t="t" r="r" b="b"/>
              <a:pathLst>
                <a:path w="4991100" h="1933575">
                  <a:moveTo>
                    <a:pt x="4942078" y="0"/>
                  </a:moveTo>
                  <a:lnTo>
                    <a:pt x="49047" y="0"/>
                  </a:lnTo>
                  <a:lnTo>
                    <a:pt x="45631" y="380"/>
                  </a:lnTo>
                  <a:lnTo>
                    <a:pt x="10756" y="20447"/>
                  </a:lnTo>
                  <a:lnTo>
                    <a:pt x="0" y="49022"/>
                  </a:lnTo>
                  <a:lnTo>
                    <a:pt x="0" y="1884552"/>
                  </a:lnTo>
                  <a:lnTo>
                    <a:pt x="17818" y="1920620"/>
                  </a:lnTo>
                  <a:lnTo>
                    <a:pt x="42252" y="1932558"/>
                  </a:lnTo>
                  <a:lnTo>
                    <a:pt x="45631" y="1933194"/>
                  </a:lnTo>
                  <a:lnTo>
                    <a:pt x="49047" y="1933575"/>
                  </a:lnTo>
                  <a:lnTo>
                    <a:pt x="4942078" y="1933575"/>
                  </a:lnTo>
                  <a:lnTo>
                    <a:pt x="4978146" y="1915795"/>
                  </a:lnTo>
                  <a:lnTo>
                    <a:pt x="4991100" y="1884552"/>
                  </a:lnTo>
                  <a:lnTo>
                    <a:pt x="4991100" y="49022"/>
                  </a:lnTo>
                  <a:lnTo>
                    <a:pt x="4973320" y="12953"/>
                  </a:lnTo>
                  <a:lnTo>
                    <a:pt x="4945507" y="380"/>
                  </a:lnTo>
                  <a:lnTo>
                    <a:pt x="4942078" y="0"/>
                  </a:lnTo>
                  <a:close/>
                </a:path>
              </a:pathLst>
            </a:custGeom>
            <a:solidFill>
              <a:srgbClr val="0E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28650" y="1864995"/>
              <a:ext cx="4991100" cy="1933575"/>
            </a:xfrm>
            <a:custGeom>
              <a:avLst/>
              <a:gdLst/>
              <a:ahLst/>
              <a:cxnLst/>
              <a:rect l="l" t="t" r="r" b="b"/>
              <a:pathLst>
                <a:path w="4991100" h="1933575">
                  <a:moveTo>
                    <a:pt x="0" y="1881124"/>
                  </a:moveTo>
                  <a:lnTo>
                    <a:pt x="0" y="52450"/>
                  </a:lnTo>
                  <a:lnTo>
                    <a:pt x="0" y="49022"/>
                  </a:lnTo>
                  <a:lnTo>
                    <a:pt x="342" y="45592"/>
                  </a:lnTo>
                  <a:lnTo>
                    <a:pt x="1003" y="42290"/>
                  </a:lnTo>
                  <a:lnTo>
                    <a:pt x="1676" y="38862"/>
                  </a:lnTo>
                  <a:lnTo>
                    <a:pt x="2679" y="35560"/>
                  </a:lnTo>
                  <a:lnTo>
                    <a:pt x="4000" y="32385"/>
                  </a:lnTo>
                  <a:lnTo>
                    <a:pt x="5308" y="29210"/>
                  </a:lnTo>
                  <a:lnTo>
                    <a:pt x="6934" y="26162"/>
                  </a:lnTo>
                  <a:lnTo>
                    <a:pt x="8839" y="23367"/>
                  </a:lnTo>
                  <a:lnTo>
                    <a:pt x="10756" y="20447"/>
                  </a:lnTo>
                  <a:lnTo>
                    <a:pt x="12941" y="17779"/>
                  </a:lnTo>
                  <a:lnTo>
                    <a:pt x="49047" y="0"/>
                  </a:lnTo>
                  <a:lnTo>
                    <a:pt x="52501" y="0"/>
                  </a:lnTo>
                  <a:lnTo>
                    <a:pt x="4938649" y="0"/>
                  </a:lnTo>
                  <a:lnTo>
                    <a:pt x="4942078" y="0"/>
                  </a:lnTo>
                  <a:lnTo>
                    <a:pt x="4945507" y="380"/>
                  </a:lnTo>
                  <a:lnTo>
                    <a:pt x="4948809" y="1015"/>
                  </a:lnTo>
                  <a:lnTo>
                    <a:pt x="4952238" y="1650"/>
                  </a:lnTo>
                  <a:lnTo>
                    <a:pt x="4967732" y="8889"/>
                  </a:lnTo>
                  <a:lnTo>
                    <a:pt x="4970653" y="10795"/>
                  </a:lnTo>
                  <a:lnTo>
                    <a:pt x="4973320" y="12953"/>
                  </a:lnTo>
                  <a:lnTo>
                    <a:pt x="4975733" y="15366"/>
                  </a:lnTo>
                  <a:lnTo>
                    <a:pt x="4978146" y="17779"/>
                  </a:lnTo>
                  <a:lnTo>
                    <a:pt x="4980305" y="20447"/>
                  </a:lnTo>
                  <a:lnTo>
                    <a:pt x="4982210" y="23367"/>
                  </a:lnTo>
                  <a:lnTo>
                    <a:pt x="4984115" y="26162"/>
                  </a:lnTo>
                  <a:lnTo>
                    <a:pt x="4985766" y="29210"/>
                  </a:lnTo>
                  <a:lnTo>
                    <a:pt x="4987036" y="32385"/>
                  </a:lnTo>
                  <a:lnTo>
                    <a:pt x="4988433" y="35560"/>
                  </a:lnTo>
                  <a:lnTo>
                    <a:pt x="4989449" y="38862"/>
                  </a:lnTo>
                  <a:lnTo>
                    <a:pt x="4990084" y="42290"/>
                  </a:lnTo>
                  <a:lnTo>
                    <a:pt x="4990719" y="45592"/>
                  </a:lnTo>
                  <a:lnTo>
                    <a:pt x="4991100" y="49022"/>
                  </a:lnTo>
                  <a:lnTo>
                    <a:pt x="4991100" y="52450"/>
                  </a:lnTo>
                  <a:lnTo>
                    <a:pt x="4991100" y="1881124"/>
                  </a:lnTo>
                  <a:lnTo>
                    <a:pt x="4991100" y="1884552"/>
                  </a:lnTo>
                  <a:lnTo>
                    <a:pt x="4990719" y="1887982"/>
                  </a:lnTo>
                  <a:lnTo>
                    <a:pt x="4975733" y="1918208"/>
                  </a:lnTo>
                  <a:lnTo>
                    <a:pt x="4973320" y="1920620"/>
                  </a:lnTo>
                  <a:lnTo>
                    <a:pt x="4970653" y="1922780"/>
                  </a:lnTo>
                  <a:lnTo>
                    <a:pt x="4967732" y="1924685"/>
                  </a:lnTo>
                  <a:lnTo>
                    <a:pt x="4964938" y="1926589"/>
                  </a:lnTo>
                  <a:lnTo>
                    <a:pt x="4948809" y="1932558"/>
                  </a:lnTo>
                  <a:lnTo>
                    <a:pt x="4945507" y="1933194"/>
                  </a:lnTo>
                  <a:lnTo>
                    <a:pt x="4942078" y="1933575"/>
                  </a:lnTo>
                  <a:lnTo>
                    <a:pt x="4938649" y="1933575"/>
                  </a:lnTo>
                  <a:lnTo>
                    <a:pt x="52501" y="1933575"/>
                  </a:lnTo>
                  <a:lnTo>
                    <a:pt x="49047" y="1933575"/>
                  </a:lnTo>
                  <a:lnTo>
                    <a:pt x="45631" y="1933194"/>
                  </a:lnTo>
                  <a:lnTo>
                    <a:pt x="42252" y="1932558"/>
                  </a:lnTo>
                  <a:lnTo>
                    <a:pt x="38874" y="1931924"/>
                  </a:lnTo>
                  <a:lnTo>
                    <a:pt x="4000" y="1901189"/>
                  </a:lnTo>
                  <a:lnTo>
                    <a:pt x="1003" y="1891283"/>
                  </a:lnTo>
                  <a:lnTo>
                    <a:pt x="342" y="1887982"/>
                  </a:lnTo>
                  <a:lnTo>
                    <a:pt x="0" y="1884552"/>
                  </a:lnTo>
                  <a:lnTo>
                    <a:pt x="0" y="1881124"/>
                  </a:lnTo>
                  <a:close/>
                </a:path>
              </a:pathLst>
            </a:custGeom>
            <a:ln w="19050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50" y="2045970"/>
              <a:ext cx="533400" cy="5334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634" y="2193124"/>
              <a:ext cx="245948" cy="2497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804468" y="2744216"/>
            <a:ext cx="328993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65" b="1">
                <a:solidFill>
                  <a:srgbClr val="EBECEF"/>
                </a:solidFill>
                <a:latin typeface="Tahoma"/>
                <a:cs typeface="Tahoma"/>
              </a:rPr>
              <a:t>Detect</a:t>
            </a:r>
            <a:r>
              <a:rPr dirty="0" sz="1750" spc="-14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70" b="1">
                <a:solidFill>
                  <a:srgbClr val="EBECEF"/>
                </a:solidFill>
                <a:latin typeface="Tahoma"/>
                <a:cs typeface="Tahoma"/>
              </a:rPr>
              <a:t>Fraudulent</a:t>
            </a:r>
            <a:r>
              <a:rPr dirty="0" sz="1750" spc="-18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45" b="1">
                <a:solidFill>
                  <a:srgbClr val="EBECEF"/>
                </a:solidFill>
                <a:latin typeface="Tahoma"/>
                <a:cs typeface="Tahoma"/>
              </a:rPr>
              <a:t>Transactions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27506" y="3196463"/>
            <a:ext cx="4512310" cy="172085"/>
            <a:chOff x="827506" y="3196463"/>
            <a:chExt cx="4512310" cy="172085"/>
          </a:xfrm>
        </p:grpSpPr>
        <p:sp>
          <p:nvSpPr>
            <p:cNvPr id="9" name="object 9" descr=""/>
            <p:cNvSpPr/>
            <p:nvPr/>
          </p:nvSpPr>
          <p:spPr>
            <a:xfrm>
              <a:off x="827506" y="3196463"/>
              <a:ext cx="606425" cy="170815"/>
            </a:xfrm>
            <a:custGeom>
              <a:avLst/>
              <a:gdLst/>
              <a:ahLst/>
              <a:cxnLst/>
              <a:rect l="l" t="t" r="r" b="b"/>
              <a:pathLst>
                <a:path w="606425" h="170814">
                  <a:moveTo>
                    <a:pt x="45681" y="121919"/>
                  </a:moveTo>
                  <a:lnTo>
                    <a:pt x="0" y="121919"/>
                  </a:lnTo>
                  <a:lnTo>
                    <a:pt x="0" y="135000"/>
                  </a:lnTo>
                  <a:lnTo>
                    <a:pt x="45681" y="135000"/>
                  </a:lnTo>
                  <a:lnTo>
                    <a:pt x="45681" y="121919"/>
                  </a:lnTo>
                  <a:close/>
                </a:path>
                <a:path w="606425" h="170814">
                  <a:moveTo>
                    <a:pt x="30530" y="19557"/>
                  </a:moveTo>
                  <a:lnTo>
                    <a:pt x="15151" y="19557"/>
                  </a:lnTo>
                  <a:lnTo>
                    <a:pt x="15151" y="121919"/>
                  </a:lnTo>
                  <a:lnTo>
                    <a:pt x="30530" y="121919"/>
                  </a:lnTo>
                  <a:lnTo>
                    <a:pt x="30530" y="19557"/>
                  </a:lnTo>
                  <a:close/>
                </a:path>
                <a:path w="606425" h="170814">
                  <a:moveTo>
                    <a:pt x="45681" y="6476"/>
                  </a:moveTo>
                  <a:lnTo>
                    <a:pt x="0" y="6476"/>
                  </a:lnTo>
                  <a:lnTo>
                    <a:pt x="0" y="19557"/>
                  </a:lnTo>
                  <a:lnTo>
                    <a:pt x="45681" y="19557"/>
                  </a:lnTo>
                  <a:lnTo>
                    <a:pt x="45681" y="6476"/>
                  </a:lnTo>
                  <a:close/>
                </a:path>
                <a:path w="606425" h="170814">
                  <a:moveTo>
                    <a:pt x="107899" y="35940"/>
                  </a:moveTo>
                  <a:lnTo>
                    <a:pt x="98310" y="35940"/>
                  </a:lnTo>
                  <a:lnTo>
                    <a:pt x="93459" y="37083"/>
                  </a:lnTo>
                  <a:lnTo>
                    <a:pt x="68011" y="65458"/>
                  </a:lnTo>
                  <a:lnTo>
                    <a:pt x="64808" y="87502"/>
                  </a:lnTo>
                  <a:lnTo>
                    <a:pt x="65377" y="98669"/>
                  </a:lnTo>
                  <a:lnTo>
                    <a:pt x="67045" y="108303"/>
                  </a:lnTo>
                  <a:lnTo>
                    <a:pt x="67086" y="108537"/>
                  </a:lnTo>
                  <a:lnTo>
                    <a:pt x="98602" y="137668"/>
                  </a:lnTo>
                  <a:lnTo>
                    <a:pt x="103936" y="137668"/>
                  </a:lnTo>
                  <a:lnTo>
                    <a:pt x="126568" y="124840"/>
                  </a:lnTo>
                  <a:lnTo>
                    <a:pt x="141173" y="124840"/>
                  </a:lnTo>
                  <a:lnTo>
                    <a:pt x="141173" y="122174"/>
                  </a:lnTo>
                  <a:lnTo>
                    <a:pt x="94322" y="122174"/>
                  </a:lnTo>
                  <a:lnTo>
                    <a:pt x="88684" y="119252"/>
                  </a:lnTo>
                  <a:lnTo>
                    <a:pt x="79885" y="87502"/>
                  </a:lnTo>
                  <a:lnTo>
                    <a:pt x="79870" y="87121"/>
                  </a:lnTo>
                  <a:lnTo>
                    <a:pt x="80275" y="79375"/>
                  </a:lnTo>
                  <a:lnTo>
                    <a:pt x="80298" y="78932"/>
                  </a:lnTo>
                  <a:lnTo>
                    <a:pt x="81507" y="72136"/>
                  </a:lnTo>
                  <a:lnTo>
                    <a:pt x="81583" y="71707"/>
                  </a:lnTo>
                  <a:lnTo>
                    <a:pt x="83653" y="65658"/>
                  </a:lnTo>
                  <a:lnTo>
                    <a:pt x="83722" y="65458"/>
                  </a:lnTo>
                  <a:lnTo>
                    <a:pt x="86715" y="60198"/>
                  </a:lnTo>
                  <a:lnTo>
                    <a:pt x="91274" y="53975"/>
                  </a:lnTo>
                  <a:lnTo>
                    <a:pt x="97637" y="50800"/>
                  </a:lnTo>
                  <a:lnTo>
                    <a:pt x="141173" y="50800"/>
                  </a:lnTo>
                  <a:lnTo>
                    <a:pt x="141173" y="42418"/>
                  </a:lnTo>
                  <a:lnTo>
                    <a:pt x="126568" y="42418"/>
                  </a:lnTo>
                  <a:lnTo>
                    <a:pt x="122681" y="40258"/>
                  </a:lnTo>
                  <a:lnTo>
                    <a:pt x="118973" y="38607"/>
                  </a:lnTo>
                  <a:lnTo>
                    <a:pt x="115455" y="37464"/>
                  </a:lnTo>
                  <a:lnTo>
                    <a:pt x="111937" y="36449"/>
                  </a:lnTo>
                  <a:lnTo>
                    <a:pt x="107899" y="35940"/>
                  </a:lnTo>
                  <a:close/>
                </a:path>
                <a:path w="606425" h="170814">
                  <a:moveTo>
                    <a:pt x="141173" y="124840"/>
                  </a:moveTo>
                  <a:lnTo>
                    <a:pt x="126568" y="124840"/>
                  </a:lnTo>
                  <a:lnTo>
                    <a:pt x="126568" y="135000"/>
                  </a:lnTo>
                  <a:lnTo>
                    <a:pt x="141173" y="135000"/>
                  </a:lnTo>
                  <a:lnTo>
                    <a:pt x="141173" y="124840"/>
                  </a:lnTo>
                  <a:close/>
                </a:path>
                <a:path w="606425" h="170814">
                  <a:moveTo>
                    <a:pt x="141173" y="50800"/>
                  </a:moveTo>
                  <a:lnTo>
                    <a:pt x="109499" y="50800"/>
                  </a:lnTo>
                  <a:lnTo>
                    <a:pt x="112890" y="51181"/>
                  </a:lnTo>
                  <a:lnTo>
                    <a:pt x="116001" y="51815"/>
                  </a:lnTo>
                  <a:lnTo>
                    <a:pt x="119113" y="52577"/>
                  </a:lnTo>
                  <a:lnTo>
                    <a:pt x="122631" y="53975"/>
                  </a:lnTo>
                  <a:lnTo>
                    <a:pt x="126568" y="55880"/>
                  </a:lnTo>
                  <a:lnTo>
                    <a:pt x="126568" y="111251"/>
                  </a:lnTo>
                  <a:lnTo>
                    <a:pt x="122885" y="114426"/>
                  </a:lnTo>
                  <a:lnTo>
                    <a:pt x="118918" y="117095"/>
                  </a:lnTo>
                  <a:lnTo>
                    <a:pt x="110426" y="121157"/>
                  </a:lnTo>
                  <a:lnTo>
                    <a:pt x="106235" y="122174"/>
                  </a:lnTo>
                  <a:lnTo>
                    <a:pt x="141173" y="122174"/>
                  </a:lnTo>
                  <a:lnTo>
                    <a:pt x="141173" y="50800"/>
                  </a:lnTo>
                  <a:close/>
                </a:path>
                <a:path w="606425" h="170814">
                  <a:moveTo>
                    <a:pt x="141173" y="634"/>
                  </a:moveTo>
                  <a:lnTo>
                    <a:pt x="126568" y="634"/>
                  </a:lnTo>
                  <a:lnTo>
                    <a:pt x="126568" y="42418"/>
                  </a:lnTo>
                  <a:lnTo>
                    <a:pt x="141173" y="42418"/>
                  </a:lnTo>
                  <a:lnTo>
                    <a:pt x="141173" y="634"/>
                  </a:lnTo>
                  <a:close/>
                </a:path>
                <a:path w="606425" h="170814">
                  <a:moveTo>
                    <a:pt x="207416" y="35940"/>
                  </a:moveTo>
                  <a:lnTo>
                    <a:pt x="171763" y="57354"/>
                  </a:lnTo>
                  <a:lnTo>
                    <a:pt x="165227" y="87375"/>
                  </a:lnTo>
                  <a:lnTo>
                    <a:pt x="165986" y="98613"/>
                  </a:lnTo>
                  <a:lnTo>
                    <a:pt x="191843" y="134032"/>
                  </a:lnTo>
                  <a:lnTo>
                    <a:pt x="201048" y="136525"/>
                  </a:lnTo>
                  <a:lnTo>
                    <a:pt x="201489" y="136525"/>
                  </a:lnTo>
                  <a:lnTo>
                    <a:pt x="211074" y="137287"/>
                  </a:lnTo>
                  <a:lnTo>
                    <a:pt x="216712" y="137287"/>
                  </a:lnTo>
                  <a:lnTo>
                    <a:pt x="222097" y="136525"/>
                  </a:lnTo>
                  <a:lnTo>
                    <a:pt x="227228" y="134874"/>
                  </a:lnTo>
                  <a:lnTo>
                    <a:pt x="232359" y="133350"/>
                  </a:lnTo>
                  <a:lnTo>
                    <a:pt x="237375" y="131444"/>
                  </a:lnTo>
                  <a:lnTo>
                    <a:pt x="242303" y="129158"/>
                  </a:lnTo>
                  <a:lnTo>
                    <a:pt x="242303" y="123062"/>
                  </a:lnTo>
                  <a:lnTo>
                    <a:pt x="206463" y="123062"/>
                  </a:lnTo>
                  <a:lnTo>
                    <a:pt x="202374" y="122427"/>
                  </a:lnTo>
                  <a:lnTo>
                    <a:pt x="194970" y="119633"/>
                  </a:lnTo>
                  <a:lnTo>
                    <a:pt x="191769" y="117601"/>
                  </a:lnTo>
                  <a:lnTo>
                    <a:pt x="189077" y="114807"/>
                  </a:lnTo>
                  <a:lnTo>
                    <a:pt x="186283" y="112013"/>
                  </a:lnTo>
                  <a:lnTo>
                    <a:pt x="184190" y="108505"/>
                  </a:lnTo>
                  <a:lnTo>
                    <a:pt x="184086" y="108331"/>
                  </a:lnTo>
                  <a:lnTo>
                    <a:pt x="182473" y="104012"/>
                  </a:lnTo>
                  <a:lnTo>
                    <a:pt x="180873" y="99568"/>
                  </a:lnTo>
                  <a:lnTo>
                    <a:pt x="180073" y="94361"/>
                  </a:lnTo>
                  <a:lnTo>
                    <a:pt x="180073" y="88518"/>
                  </a:lnTo>
                  <a:lnTo>
                    <a:pt x="244005" y="88518"/>
                  </a:lnTo>
                  <a:lnTo>
                    <a:pt x="244005" y="79629"/>
                  </a:lnTo>
                  <a:lnTo>
                    <a:pt x="243796" y="76162"/>
                  </a:lnTo>
                  <a:lnTo>
                    <a:pt x="180066" y="76162"/>
                  </a:lnTo>
                  <a:lnTo>
                    <a:pt x="180589" y="69746"/>
                  </a:lnTo>
                  <a:lnTo>
                    <a:pt x="180695" y="68452"/>
                  </a:lnTo>
                  <a:lnTo>
                    <a:pt x="183324" y="62102"/>
                  </a:lnTo>
                  <a:lnTo>
                    <a:pt x="187959" y="57023"/>
                  </a:lnTo>
                  <a:lnTo>
                    <a:pt x="192595" y="51815"/>
                  </a:lnTo>
                  <a:lnTo>
                    <a:pt x="198818" y="49275"/>
                  </a:lnTo>
                  <a:lnTo>
                    <a:pt x="235832" y="49275"/>
                  </a:lnTo>
                  <a:lnTo>
                    <a:pt x="234492" y="47243"/>
                  </a:lnTo>
                  <a:lnTo>
                    <a:pt x="229229" y="42316"/>
                  </a:lnTo>
                  <a:lnTo>
                    <a:pt x="222964" y="38782"/>
                  </a:lnTo>
                  <a:lnTo>
                    <a:pt x="215694" y="36653"/>
                  </a:lnTo>
                  <a:lnTo>
                    <a:pt x="207416" y="35940"/>
                  </a:lnTo>
                  <a:close/>
                </a:path>
                <a:path w="606425" h="170814">
                  <a:moveTo>
                    <a:pt x="242303" y="111379"/>
                  </a:moveTo>
                  <a:lnTo>
                    <a:pt x="241515" y="111379"/>
                  </a:lnTo>
                  <a:lnTo>
                    <a:pt x="238988" y="113918"/>
                  </a:lnTo>
                  <a:lnTo>
                    <a:pt x="234721" y="116586"/>
                  </a:lnTo>
                  <a:lnTo>
                    <a:pt x="228739" y="119125"/>
                  </a:lnTo>
                  <a:lnTo>
                    <a:pt x="222757" y="121793"/>
                  </a:lnTo>
                  <a:lnTo>
                    <a:pt x="216814" y="123062"/>
                  </a:lnTo>
                  <a:lnTo>
                    <a:pt x="242303" y="123062"/>
                  </a:lnTo>
                  <a:lnTo>
                    <a:pt x="242303" y="111379"/>
                  </a:lnTo>
                  <a:close/>
                </a:path>
                <a:path w="606425" h="170814">
                  <a:moveTo>
                    <a:pt x="235832" y="49275"/>
                  </a:moveTo>
                  <a:lnTo>
                    <a:pt x="214414" y="49275"/>
                  </a:lnTo>
                  <a:lnTo>
                    <a:pt x="220192" y="51562"/>
                  </a:lnTo>
                  <a:lnTo>
                    <a:pt x="224889" y="57354"/>
                  </a:lnTo>
                  <a:lnTo>
                    <a:pt x="227840" y="61055"/>
                  </a:lnTo>
                  <a:lnTo>
                    <a:pt x="229743" y="67563"/>
                  </a:lnTo>
                  <a:lnTo>
                    <a:pt x="229794" y="76162"/>
                  </a:lnTo>
                  <a:lnTo>
                    <a:pt x="243796" y="76162"/>
                  </a:lnTo>
                  <a:lnTo>
                    <a:pt x="243409" y="69746"/>
                  </a:lnTo>
                  <a:lnTo>
                    <a:pt x="241625" y="61055"/>
                  </a:lnTo>
                  <a:lnTo>
                    <a:pt x="238652" y="53554"/>
                  </a:lnTo>
                  <a:lnTo>
                    <a:pt x="235832" y="49275"/>
                  </a:lnTo>
                  <a:close/>
                </a:path>
                <a:path w="606425" h="170814">
                  <a:moveTo>
                    <a:pt x="280466" y="38607"/>
                  </a:moveTo>
                  <a:lnTo>
                    <a:pt x="265861" y="38607"/>
                  </a:lnTo>
                  <a:lnTo>
                    <a:pt x="265861" y="135000"/>
                  </a:lnTo>
                  <a:lnTo>
                    <a:pt x="280466" y="135000"/>
                  </a:lnTo>
                  <a:lnTo>
                    <a:pt x="280466" y="62992"/>
                  </a:lnTo>
                  <a:lnTo>
                    <a:pt x="284454" y="59562"/>
                  </a:lnTo>
                  <a:lnTo>
                    <a:pt x="288620" y="56768"/>
                  </a:lnTo>
                  <a:lnTo>
                    <a:pt x="297319" y="52450"/>
                  </a:lnTo>
                  <a:lnTo>
                    <a:pt x="301485" y="51307"/>
                  </a:lnTo>
                  <a:lnTo>
                    <a:pt x="334552" y="51307"/>
                  </a:lnTo>
                  <a:lnTo>
                    <a:pt x="334264" y="50530"/>
                  </a:lnTo>
                  <a:lnTo>
                    <a:pt x="333485" y="49275"/>
                  </a:lnTo>
                  <a:lnTo>
                    <a:pt x="280466" y="49275"/>
                  </a:lnTo>
                  <a:lnTo>
                    <a:pt x="280466" y="38607"/>
                  </a:lnTo>
                  <a:close/>
                </a:path>
                <a:path w="606425" h="170814">
                  <a:moveTo>
                    <a:pt x="334552" y="51307"/>
                  </a:moveTo>
                  <a:lnTo>
                    <a:pt x="309359" y="51307"/>
                  </a:lnTo>
                  <a:lnTo>
                    <a:pt x="312521" y="51943"/>
                  </a:lnTo>
                  <a:lnTo>
                    <a:pt x="314959" y="53086"/>
                  </a:lnTo>
                  <a:lnTo>
                    <a:pt x="317385" y="54356"/>
                  </a:lnTo>
                  <a:lnTo>
                    <a:pt x="319252" y="56133"/>
                  </a:lnTo>
                  <a:lnTo>
                    <a:pt x="320547" y="58546"/>
                  </a:lnTo>
                  <a:lnTo>
                    <a:pt x="321792" y="60706"/>
                  </a:lnTo>
                  <a:lnTo>
                    <a:pt x="322643" y="63754"/>
                  </a:lnTo>
                  <a:lnTo>
                    <a:pt x="323583" y="71500"/>
                  </a:lnTo>
                  <a:lnTo>
                    <a:pt x="323811" y="75692"/>
                  </a:lnTo>
                  <a:lnTo>
                    <a:pt x="323811" y="135000"/>
                  </a:lnTo>
                  <a:lnTo>
                    <a:pt x="338416" y="135000"/>
                  </a:lnTo>
                  <a:lnTo>
                    <a:pt x="338367" y="71500"/>
                  </a:lnTo>
                  <a:lnTo>
                    <a:pt x="337955" y="64055"/>
                  </a:lnTo>
                  <a:lnTo>
                    <a:pt x="336570" y="56768"/>
                  </a:lnTo>
                  <a:lnTo>
                    <a:pt x="334552" y="51307"/>
                  </a:lnTo>
                  <a:close/>
                </a:path>
                <a:path w="606425" h="170814">
                  <a:moveTo>
                    <a:pt x="318973" y="35940"/>
                  </a:moveTo>
                  <a:lnTo>
                    <a:pt x="304469" y="35940"/>
                  </a:lnTo>
                  <a:lnTo>
                    <a:pt x="299466" y="37083"/>
                  </a:lnTo>
                  <a:lnTo>
                    <a:pt x="294601" y="39496"/>
                  </a:lnTo>
                  <a:lnTo>
                    <a:pt x="289737" y="41782"/>
                  </a:lnTo>
                  <a:lnTo>
                    <a:pt x="285026" y="45084"/>
                  </a:lnTo>
                  <a:lnTo>
                    <a:pt x="280466" y="49275"/>
                  </a:lnTo>
                  <a:lnTo>
                    <a:pt x="333485" y="49275"/>
                  </a:lnTo>
                  <a:lnTo>
                    <a:pt x="331038" y="45338"/>
                  </a:lnTo>
                  <a:lnTo>
                    <a:pt x="326123" y="38988"/>
                  </a:lnTo>
                  <a:lnTo>
                    <a:pt x="318973" y="35940"/>
                  </a:lnTo>
                  <a:close/>
                </a:path>
                <a:path w="606425" h="170814">
                  <a:moveTo>
                    <a:pt x="381355" y="52196"/>
                  </a:moveTo>
                  <a:lnTo>
                    <a:pt x="366750" y="52196"/>
                  </a:lnTo>
                  <a:lnTo>
                    <a:pt x="366838" y="105156"/>
                  </a:lnTo>
                  <a:lnTo>
                    <a:pt x="367141" y="110870"/>
                  </a:lnTo>
                  <a:lnTo>
                    <a:pt x="367183" y="111670"/>
                  </a:lnTo>
                  <a:lnTo>
                    <a:pt x="368432" y="118363"/>
                  </a:lnTo>
                  <a:lnTo>
                    <a:pt x="368482" y="118633"/>
                  </a:lnTo>
                  <a:lnTo>
                    <a:pt x="370645" y="124382"/>
                  </a:lnTo>
                  <a:lnTo>
                    <a:pt x="373672" y="128905"/>
                  </a:lnTo>
                  <a:lnTo>
                    <a:pt x="378282" y="134238"/>
                  </a:lnTo>
                  <a:lnTo>
                    <a:pt x="385013" y="136906"/>
                  </a:lnTo>
                  <a:lnTo>
                    <a:pt x="396405" y="136906"/>
                  </a:lnTo>
                  <a:lnTo>
                    <a:pt x="399288" y="136651"/>
                  </a:lnTo>
                  <a:lnTo>
                    <a:pt x="405765" y="135636"/>
                  </a:lnTo>
                  <a:lnTo>
                    <a:pt x="408762" y="135000"/>
                  </a:lnTo>
                  <a:lnTo>
                    <a:pt x="411113" y="134238"/>
                  </a:lnTo>
                  <a:lnTo>
                    <a:pt x="411505" y="134238"/>
                  </a:lnTo>
                  <a:lnTo>
                    <a:pt x="411505" y="122681"/>
                  </a:lnTo>
                  <a:lnTo>
                    <a:pt x="393585" y="122681"/>
                  </a:lnTo>
                  <a:lnTo>
                    <a:pt x="391299" y="122300"/>
                  </a:lnTo>
                  <a:lnTo>
                    <a:pt x="390759" y="122300"/>
                  </a:lnTo>
                  <a:lnTo>
                    <a:pt x="388543" y="121031"/>
                  </a:lnTo>
                  <a:lnTo>
                    <a:pt x="386549" y="120014"/>
                  </a:lnTo>
                  <a:lnTo>
                    <a:pt x="384987" y="118363"/>
                  </a:lnTo>
                  <a:lnTo>
                    <a:pt x="383844" y="115950"/>
                  </a:lnTo>
                  <a:lnTo>
                    <a:pt x="382600" y="113537"/>
                  </a:lnTo>
                  <a:lnTo>
                    <a:pt x="381876" y="110870"/>
                  </a:lnTo>
                  <a:lnTo>
                    <a:pt x="381457" y="105156"/>
                  </a:lnTo>
                  <a:lnTo>
                    <a:pt x="381355" y="52196"/>
                  </a:lnTo>
                  <a:close/>
                </a:path>
                <a:path w="606425" h="170814">
                  <a:moveTo>
                    <a:pt x="411505" y="119506"/>
                  </a:moveTo>
                  <a:lnTo>
                    <a:pt x="410718" y="119506"/>
                  </a:lnTo>
                  <a:lnTo>
                    <a:pt x="409587" y="120014"/>
                  </a:lnTo>
                  <a:lnTo>
                    <a:pt x="407720" y="120776"/>
                  </a:lnTo>
                  <a:lnTo>
                    <a:pt x="402539" y="122300"/>
                  </a:lnTo>
                  <a:lnTo>
                    <a:pt x="400050" y="122681"/>
                  </a:lnTo>
                  <a:lnTo>
                    <a:pt x="411505" y="122681"/>
                  </a:lnTo>
                  <a:lnTo>
                    <a:pt x="411505" y="119506"/>
                  </a:lnTo>
                  <a:close/>
                </a:path>
                <a:path w="606425" h="170814">
                  <a:moveTo>
                    <a:pt x="411505" y="38607"/>
                  </a:moveTo>
                  <a:lnTo>
                    <a:pt x="356882" y="38607"/>
                  </a:lnTo>
                  <a:lnTo>
                    <a:pt x="356882" y="52196"/>
                  </a:lnTo>
                  <a:lnTo>
                    <a:pt x="411505" y="52196"/>
                  </a:lnTo>
                  <a:lnTo>
                    <a:pt x="411505" y="38607"/>
                  </a:lnTo>
                  <a:close/>
                </a:path>
                <a:path w="606425" h="170814">
                  <a:moveTo>
                    <a:pt x="381355" y="10921"/>
                  </a:moveTo>
                  <a:lnTo>
                    <a:pt x="366750" y="10921"/>
                  </a:lnTo>
                  <a:lnTo>
                    <a:pt x="366750" y="38607"/>
                  </a:lnTo>
                  <a:lnTo>
                    <a:pt x="381355" y="38607"/>
                  </a:lnTo>
                  <a:lnTo>
                    <a:pt x="381355" y="10921"/>
                  </a:lnTo>
                  <a:close/>
                </a:path>
                <a:path w="606425" h="170814">
                  <a:moveTo>
                    <a:pt x="443128" y="5587"/>
                  </a:moveTo>
                  <a:lnTo>
                    <a:pt x="426631" y="5587"/>
                  </a:lnTo>
                  <a:lnTo>
                    <a:pt x="426631" y="22479"/>
                  </a:lnTo>
                  <a:lnTo>
                    <a:pt x="443128" y="22479"/>
                  </a:lnTo>
                  <a:lnTo>
                    <a:pt x="443128" y="5587"/>
                  </a:lnTo>
                  <a:close/>
                </a:path>
                <a:path w="606425" h="170814">
                  <a:moveTo>
                    <a:pt x="442163" y="38607"/>
                  </a:moveTo>
                  <a:lnTo>
                    <a:pt x="427558" y="38607"/>
                  </a:lnTo>
                  <a:lnTo>
                    <a:pt x="427558" y="135000"/>
                  </a:lnTo>
                  <a:lnTo>
                    <a:pt x="442163" y="135000"/>
                  </a:lnTo>
                  <a:lnTo>
                    <a:pt x="442163" y="38607"/>
                  </a:lnTo>
                  <a:close/>
                </a:path>
                <a:path w="606425" h="170814">
                  <a:moveTo>
                    <a:pt x="488467" y="52196"/>
                  </a:moveTo>
                  <a:lnTo>
                    <a:pt x="473862" y="52196"/>
                  </a:lnTo>
                  <a:lnTo>
                    <a:pt x="473862" y="135000"/>
                  </a:lnTo>
                  <a:lnTo>
                    <a:pt x="488467" y="135000"/>
                  </a:lnTo>
                  <a:lnTo>
                    <a:pt x="488467" y="52196"/>
                  </a:lnTo>
                  <a:close/>
                </a:path>
                <a:path w="606425" h="170814">
                  <a:moveTo>
                    <a:pt x="514375" y="38607"/>
                  </a:moveTo>
                  <a:lnTo>
                    <a:pt x="464083" y="38607"/>
                  </a:lnTo>
                  <a:lnTo>
                    <a:pt x="464083" y="52196"/>
                  </a:lnTo>
                  <a:lnTo>
                    <a:pt x="514375" y="52196"/>
                  </a:lnTo>
                  <a:lnTo>
                    <a:pt x="514375" y="38607"/>
                  </a:lnTo>
                  <a:close/>
                </a:path>
                <a:path w="606425" h="170814">
                  <a:moveTo>
                    <a:pt x="510057" y="0"/>
                  </a:moveTo>
                  <a:lnTo>
                    <a:pt x="493870" y="0"/>
                  </a:lnTo>
                  <a:lnTo>
                    <a:pt x="486689" y="2920"/>
                  </a:lnTo>
                  <a:lnTo>
                    <a:pt x="473862" y="35432"/>
                  </a:lnTo>
                  <a:lnTo>
                    <a:pt x="473862" y="38607"/>
                  </a:lnTo>
                  <a:lnTo>
                    <a:pt x="488086" y="38607"/>
                  </a:lnTo>
                  <a:lnTo>
                    <a:pt x="488086" y="27305"/>
                  </a:lnTo>
                  <a:lnTo>
                    <a:pt x="489483" y="21717"/>
                  </a:lnTo>
                  <a:lnTo>
                    <a:pt x="492277" y="18542"/>
                  </a:lnTo>
                  <a:lnTo>
                    <a:pt x="495071" y="15493"/>
                  </a:lnTo>
                  <a:lnTo>
                    <a:pt x="499280" y="14091"/>
                  </a:lnTo>
                  <a:lnTo>
                    <a:pt x="519836" y="14091"/>
                  </a:lnTo>
                  <a:lnTo>
                    <a:pt x="519836" y="1524"/>
                  </a:lnTo>
                  <a:lnTo>
                    <a:pt x="517677" y="1143"/>
                  </a:lnTo>
                  <a:lnTo>
                    <a:pt x="515264" y="634"/>
                  </a:lnTo>
                  <a:lnTo>
                    <a:pt x="512597" y="381"/>
                  </a:lnTo>
                  <a:lnTo>
                    <a:pt x="510057" y="0"/>
                  </a:lnTo>
                  <a:close/>
                </a:path>
                <a:path w="606425" h="170814">
                  <a:moveTo>
                    <a:pt x="519836" y="14091"/>
                  </a:moveTo>
                  <a:lnTo>
                    <a:pt x="508987" y="14091"/>
                  </a:lnTo>
                  <a:lnTo>
                    <a:pt x="510184" y="14224"/>
                  </a:lnTo>
                  <a:lnTo>
                    <a:pt x="512724" y="14858"/>
                  </a:lnTo>
                  <a:lnTo>
                    <a:pt x="516058" y="15493"/>
                  </a:lnTo>
                  <a:lnTo>
                    <a:pt x="515899" y="15493"/>
                  </a:lnTo>
                  <a:lnTo>
                    <a:pt x="517423" y="15875"/>
                  </a:lnTo>
                  <a:lnTo>
                    <a:pt x="519074" y="16382"/>
                  </a:lnTo>
                  <a:lnTo>
                    <a:pt x="519836" y="16382"/>
                  </a:lnTo>
                  <a:lnTo>
                    <a:pt x="519836" y="14091"/>
                  </a:lnTo>
                  <a:close/>
                </a:path>
                <a:path w="606425" h="170814">
                  <a:moveTo>
                    <a:pt x="537235" y="38607"/>
                  </a:moveTo>
                  <a:lnTo>
                    <a:pt x="521360" y="38607"/>
                  </a:lnTo>
                  <a:lnTo>
                    <a:pt x="556031" y="130301"/>
                  </a:lnTo>
                  <a:lnTo>
                    <a:pt x="539775" y="170561"/>
                  </a:lnTo>
                  <a:lnTo>
                    <a:pt x="555396" y="170561"/>
                  </a:lnTo>
                  <a:lnTo>
                    <a:pt x="578611" y="110108"/>
                  </a:lnTo>
                  <a:lnTo>
                    <a:pt x="563905" y="110108"/>
                  </a:lnTo>
                  <a:lnTo>
                    <a:pt x="537235" y="38607"/>
                  </a:lnTo>
                  <a:close/>
                </a:path>
                <a:path w="606425" h="170814">
                  <a:moveTo>
                    <a:pt x="606069" y="38607"/>
                  </a:moveTo>
                  <a:lnTo>
                    <a:pt x="590829" y="38607"/>
                  </a:lnTo>
                  <a:lnTo>
                    <a:pt x="563905" y="110108"/>
                  </a:lnTo>
                  <a:lnTo>
                    <a:pt x="578611" y="110108"/>
                  </a:lnTo>
                  <a:lnTo>
                    <a:pt x="606069" y="38607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2884" y="3202051"/>
              <a:ext cx="805434" cy="16497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361183" y="3202051"/>
              <a:ext cx="572135" cy="165100"/>
            </a:xfrm>
            <a:custGeom>
              <a:avLst/>
              <a:gdLst/>
              <a:ahLst/>
              <a:cxnLst/>
              <a:rect l="l" t="t" r="r" b="b"/>
              <a:pathLst>
                <a:path w="572135" h="165100">
                  <a:moveTo>
                    <a:pt x="69665" y="44957"/>
                  </a:moveTo>
                  <a:lnTo>
                    <a:pt x="38989" y="44957"/>
                  </a:lnTo>
                  <a:lnTo>
                    <a:pt x="42037" y="45212"/>
                  </a:lnTo>
                  <a:lnTo>
                    <a:pt x="44958" y="45719"/>
                  </a:lnTo>
                  <a:lnTo>
                    <a:pt x="59182" y="59562"/>
                  </a:lnTo>
                  <a:lnTo>
                    <a:pt x="59182" y="65658"/>
                  </a:lnTo>
                  <a:lnTo>
                    <a:pt x="50673" y="66167"/>
                  </a:lnTo>
                  <a:lnTo>
                    <a:pt x="42672" y="66801"/>
                  </a:lnTo>
                  <a:lnTo>
                    <a:pt x="35306" y="67818"/>
                  </a:lnTo>
                  <a:lnTo>
                    <a:pt x="27940" y="68706"/>
                  </a:lnTo>
                  <a:lnTo>
                    <a:pt x="21590" y="70485"/>
                  </a:lnTo>
                  <a:lnTo>
                    <a:pt x="0" y="94106"/>
                  </a:lnTo>
                  <a:lnTo>
                    <a:pt x="0" y="110362"/>
                  </a:lnTo>
                  <a:lnTo>
                    <a:pt x="2667" y="117729"/>
                  </a:lnTo>
                  <a:lnTo>
                    <a:pt x="13589" y="129158"/>
                  </a:lnTo>
                  <a:lnTo>
                    <a:pt x="20193" y="132080"/>
                  </a:lnTo>
                  <a:lnTo>
                    <a:pt x="32258" y="132080"/>
                  </a:lnTo>
                  <a:lnTo>
                    <a:pt x="35941" y="131699"/>
                  </a:lnTo>
                  <a:lnTo>
                    <a:pt x="42291" y="129920"/>
                  </a:lnTo>
                  <a:lnTo>
                    <a:pt x="45085" y="128777"/>
                  </a:lnTo>
                  <a:lnTo>
                    <a:pt x="47498" y="127381"/>
                  </a:lnTo>
                  <a:lnTo>
                    <a:pt x="49530" y="126364"/>
                  </a:lnTo>
                  <a:lnTo>
                    <a:pt x="51689" y="124968"/>
                  </a:lnTo>
                  <a:lnTo>
                    <a:pt x="53848" y="123189"/>
                  </a:lnTo>
                  <a:lnTo>
                    <a:pt x="56134" y="121538"/>
                  </a:lnTo>
                  <a:lnTo>
                    <a:pt x="59182" y="119125"/>
                  </a:lnTo>
                  <a:lnTo>
                    <a:pt x="73660" y="119125"/>
                  </a:lnTo>
                  <a:lnTo>
                    <a:pt x="73660" y="116967"/>
                  </a:lnTo>
                  <a:lnTo>
                    <a:pt x="27178" y="116967"/>
                  </a:lnTo>
                  <a:lnTo>
                    <a:pt x="22479" y="115569"/>
                  </a:lnTo>
                  <a:lnTo>
                    <a:pt x="19558" y="112775"/>
                  </a:lnTo>
                  <a:lnTo>
                    <a:pt x="16510" y="109981"/>
                  </a:lnTo>
                  <a:lnTo>
                    <a:pt x="14986" y="105791"/>
                  </a:lnTo>
                  <a:lnTo>
                    <a:pt x="14986" y="95376"/>
                  </a:lnTo>
                  <a:lnTo>
                    <a:pt x="16256" y="91567"/>
                  </a:lnTo>
                  <a:lnTo>
                    <a:pt x="18923" y="88773"/>
                  </a:lnTo>
                  <a:lnTo>
                    <a:pt x="21463" y="85979"/>
                  </a:lnTo>
                  <a:lnTo>
                    <a:pt x="24892" y="83946"/>
                  </a:lnTo>
                  <a:lnTo>
                    <a:pt x="29083" y="82676"/>
                  </a:lnTo>
                  <a:lnTo>
                    <a:pt x="32639" y="81533"/>
                  </a:lnTo>
                  <a:lnTo>
                    <a:pt x="37338" y="80644"/>
                  </a:lnTo>
                  <a:lnTo>
                    <a:pt x="43434" y="80137"/>
                  </a:lnTo>
                  <a:lnTo>
                    <a:pt x="49403" y="79501"/>
                  </a:lnTo>
                  <a:lnTo>
                    <a:pt x="54737" y="79120"/>
                  </a:lnTo>
                  <a:lnTo>
                    <a:pt x="59182" y="78867"/>
                  </a:lnTo>
                  <a:lnTo>
                    <a:pt x="73660" y="78867"/>
                  </a:lnTo>
                  <a:lnTo>
                    <a:pt x="73660" y="57785"/>
                  </a:lnTo>
                  <a:lnTo>
                    <a:pt x="72771" y="52577"/>
                  </a:lnTo>
                  <a:lnTo>
                    <a:pt x="71120" y="48387"/>
                  </a:lnTo>
                  <a:lnTo>
                    <a:pt x="69773" y="45212"/>
                  </a:lnTo>
                  <a:lnTo>
                    <a:pt x="69665" y="44957"/>
                  </a:lnTo>
                  <a:close/>
                </a:path>
                <a:path w="572135" h="165100">
                  <a:moveTo>
                    <a:pt x="73660" y="119125"/>
                  </a:moveTo>
                  <a:lnTo>
                    <a:pt x="59182" y="119125"/>
                  </a:lnTo>
                  <a:lnTo>
                    <a:pt x="59182" y="129412"/>
                  </a:lnTo>
                  <a:lnTo>
                    <a:pt x="73660" y="129412"/>
                  </a:lnTo>
                  <a:lnTo>
                    <a:pt x="73660" y="119125"/>
                  </a:lnTo>
                  <a:close/>
                </a:path>
                <a:path w="572135" h="165100">
                  <a:moveTo>
                    <a:pt x="73660" y="78867"/>
                  </a:moveTo>
                  <a:lnTo>
                    <a:pt x="59182" y="78867"/>
                  </a:lnTo>
                  <a:lnTo>
                    <a:pt x="59182" y="105663"/>
                  </a:lnTo>
                  <a:lnTo>
                    <a:pt x="55499" y="108838"/>
                  </a:lnTo>
                  <a:lnTo>
                    <a:pt x="51562" y="111506"/>
                  </a:lnTo>
                  <a:lnTo>
                    <a:pt x="47371" y="113664"/>
                  </a:lnTo>
                  <a:lnTo>
                    <a:pt x="43053" y="115824"/>
                  </a:lnTo>
                  <a:lnTo>
                    <a:pt x="38354" y="116967"/>
                  </a:lnTo>
                  <a:lnTo>
                    <a:pt x="73660" y="116967"/>
                  </a:lnTo>
                  <a:lnTo>
                    <a:pt x="73660" y="78867"/>
                  </a:lnTo>
                  <a:close/>
                </a:path>
                <a:path w="572135" h="165100">
                  <a:moveTo>
                    <a:pt x="42037" y="30606"/>
                  </a:moveTo>
                  <a:lnTo>
                    <a:pt x="30734" y="30606"/>
                  </a:lnTo>
                  <a:lnTo>
                    <a:pt x="25400" y="31242"/>
                  </a:lnTo>
                  <a:lnTo>
                    <a:pt x="14605" y="33274"/>
                  </a:lnTo>
                  <a:lnTo>
                    <a:pt x="10541" y="34162"/>
                  </a:lnTo>
                  <a:lnTo>
                    <a:pt x="7620" y="35051"/>
                  </a:lnTo>
                  <a:lnTo>
                    <a:pt x="7620" y="51688"/>
                  </a:lnTo>
                  <a:lnTo>
                    <a:pt x="8083" y="51688"/>
                  </a:lnTo>
                  <a:lnTo>
                    <a:pt x="13462" y="49402"/>
                  </a:lnTo>
                  <a:lnTo>
                    <a:pt x="18288" y="47751"/>
                  </a:lnTo>
                  <a:lnTo>
                    <a:pt x="22987" y="46736"/>
                  </a:lnTo>
                  <a:lnTo>
                    <a:pt x="27163" y="45719"/>
                  </a:lnTo>
                  <a:lnTo>
                    <a:pt x="26822" y="45719"/>
                  </a:lnTo>
                  <a:lnTo>
                    <a:pt x="32004" y="44957"/>
                  </a:lnTo>
                  <a:lnTo>
                    <a:pt x="69665" y="44957"/>
                  </a:lnTo>
                  <a:lnTo>
                    <a:pt x="69342" y="44195"/>
                  </a:lnTo>
                  <a:lnTo>
                    <a:pt x="66929" y="40767"/>
                  </a:lnTo>
                  <a:lnTo>
                    <a:pt x="60325" y="35432"/>
                  </a:lnTo>
                  <a:lnTo>
                    <a:pt x="56388" y="33527"/>
                  </a:lnTo>
                  <a:lnTo>
                    <a:pt x="47371" y="31242"/>
                  </a:lnTo>
                  <a:lnTo>
                    <a:pt x="42037" y="30606"/>
                  </a:lnTo>
                  <a:close/>
                </a:path>
                <a:path w="572135" h="165100">
                  <a:moveTo>
                    <a:pt x="145161" y="30733"/>
                  </a:moveTo>
                  <a:lnTo>
                    <a:pt x="140081" y="30733"/>
                  </a:lnTo>
                  <a:lnTo>
                    <a:pt x="131008" y="31569"/>
                  </a:lnTo>
                  <a:lnTo>
                    <a:pt x="100472" y="60213"/>
                  </a:lnTo>
                  <a:lnTo>
                    <a:pt x="97536" y="81280"/>
                  </a:lnTo>
                  <a:lnTo>
                    <a:pt x="97536" y="89788"/>
                  </a:lnTo>
                  <a:lnTo>
                    <a:pt x="98492" y="96726"/>
                  </a:lnTo>
                  <a:lnTo>
                    <a:pt x="98552" y="97155"/>
                  </a:lnTo>
                  <a:lnTo>
                    <a:pt x="100711" y="103505"/>
                  </a:lnTo>
                  <a:lnTo>
                    <a:pt x="102743" y="109855"/>
                  </a:lnTo>
                  <a:lnTo>
                    <a:pt x="133858" y="131571"/>
                  </a:lnTo>
                  <a:lnTo>
                    <a:pt x="145034" y="131571"/>
                  </a:lnTo>
                  <a:lnTo>
                    <a:pt x="149733" y="130810"/>
                  </a:lnTo>
                  <a:lnTo>
                    <a:pt x="158496" y="128016"/>
                  </a:lnTo>
                  <a:lnTo>
                    <a:pt x="163068" y="125983"/>
                  </a:lnTo>
                  <a:lnTo>
                    <a:pt x="167894" y="123317"/>
                  </a:lnTo>
                  <a:lnTo>
                    <a:pt x="167894" y="117475"/>
                  </a:lnTo>
                  <a:lnTo>
                    <a:pt x="131064" y="117475"/>
                  </a:lnTo>
                  <a:lnTo>
                    <a:pt x="124460" y="114426"/>
                  </a:lnTo>
                  <a:lnTo>
                    <a:pt x="112776" y="81280"/>
                  </a:lnTo>
                  <a:lnTo>
                    <a:pt x="113208" y="72872"/>
                  </a:lnTo>
                  <a:lnTo>
                    <a:pt x="131191" y="44831"/>
                  </a:lnTo>
                  <a:lnTo>
                    <a:pt x="167894" y="44831"/>
                  </a:lnTo>
                  <a:lnTo>
                    <a:pt x="167894" y="38735"/>
                  </a:lnTo>
                  <a:lnTo>
                    <a:pt x="163957" y="36575"/>
                  </a:lnTo>
                  <a:lnTo>
                    <a:pt x="159512" y="34670"/>
                  </a:lnTo>
                  <a:lnTo>
                    <a:pt x="154813" y="33019"/>
                  </a:lnTo>
                  <a:lnTo>
                    <a:pt x="150219" y="31569"/>
                  </a:lnTo>
                  <a:lnTo>
                    <a:pt x="150452" y="31569"/>
                  </a:lnTo>
                  <a:lnTo>
                    <a:pt x="145161" y="30733"/>
                  </a:lnTo>
                  <a:close/>
                </a:path>
                <a:path w="572135" h="165100">
                  <a:moveTo>
                    <a:pt x="167894" y="105537"/>
                  </a:moveTo>
                  <a:lnTo>
                    <a:pt x="167132" y="105537"/>
                  </a:lnTo>
                  <a:lnTo>
                    <a:pt x="166116" y="106425"/>
                  </a:lnTo>
                  <a:lnTo>
                    <a:pt x="164592" y="107695"/>
                  </a:lnTo>
                  <a:lnTo>
                    <a:pt x="162687" y="108966"/>
                  </a:lnTo>
                  <a:lnTo>
                    <a:pt x="160909" y="110362"/>
                  </a:lnTo>
                  <a:lnTo>
                    <a:pt x="158877" y="111632"/>
                  </a:lnTo>
                  <a:lnTo>
                    <a:pt x="156718" y="112775"/>
                  </a:lnTo>
                  <a:lnTo>
                    <a:pt x="154305" y="114173"/>
                  </a:lnTo>
                  <a:lnTo>
                    <a:pt x="151638" y="115316"/>
                  </a:lnTo>
                  <a:lnTo>
                    <a:pt x="148590" y="116205"/>
                  </a:lnTo>
                  <a:lnTo>
                    <a:pt x="145415" y="117093"/>
                  </a:lnTo>
                  <a:lnTo>
                    <a:pt x="142494" y="117475"/>
                  </a:lnTo>
                  <a:lnTo>
                    <a:pt x="167894" y="117475"/>
                  </a:lnTo>
                  <a:lnTo>
                    <a:pt x="167894" y="105537"/>
                  </a:lnTo>
                  <a:close/>
                </a:path>
                <a:path w="572135" h="165100">
                  <a:moveTo>
                    <a:pt x="167894" y="44831"/>
                  </a:moveTo>
                  <a:lnTo>
                    <a:pt x="144018" y="44831"/>
                  </a:lnTo>
                  <a:lnTo>
                    <a:pt x="148590" y="45846"/>
                  </a:lnTo>
                  <a:lnTo>
                    <a:pt x="153416" y="47879"/>
                  </a:lnTo>
                  <a:lnTo>
                    <a:pt x="158115" y="50037"/>
                  </a:lnTo>
                  <a:lnTo>
                    <a:pt x="162687" y="52958"/>
                  </a:lnTo>
                  <a:lnTo>
                    <a:pt x="167132" y="56768"/>
                  </a:lnTo>
                  <a:lnTo>
                    <a:pt x="167894" y="56768"/>
                  </a:lnTo>
                  <a:lnTo>
                    <a:pt x="167894" y="44831"/>
                  </a:lnTo>
                  <a:close/>
                </a:path>
                <a:path w="572135" h="165100">
                  <a:moveTo>
                    <a:pt x="201041" y="46608"/>
                  </a:moveTo>
                  <a:lnTo>
                    <a:pt x="186436" y="46608"/>
                  </a:lnTo>
                  <a:lnTo>
                    <a:pt x="186522" y="99568"/>
                  </a:lnTo>
                  <a:lnTo>
                    <a:pt x="186822" y="105282"/>
                  </a:lnTo>
                  <a:lnTo>
                    <a:pt x="186864" y="106082"/>
                  </a:lnTo>
                  <a:lnTo>
                    <a:pt x="188100" y="112775"/>
                  </a:lnTo>
                  <a:lnTo>
                    <a:pt x="188150" y="113045"/>
                  </a:lnTo>
                  <a:lnTo>
                    <a:pt x="190293" y="118794"/>
                  </a:lnTo>
                  <a:lnTo>
                    <a:pt x="193294" y="123317"/>
                  </a:lnTo>
                  <a:lnTo>
                    <a:pt x="197866" y="128650"/>
                  </a:lnTo>
                  <a:lnTo>
                    <a:pt x="204597" y="131318"/>
                  </a:lnTo>
                  <a:lnTo>
                    <a:pt x="216027" y="131318"/>
                  </a:lnTo>
                  <a:lnTo>
                    <a:pt x="218948" y="131063"/>
                  </a:lnTo>
                  <a:lnTo>
                    <a:pt x="225425" y="130048"/>
                  </a:lnTo>
                  <a:lnTo>
                    <a:pt x="228346" y="129412"/>
                  </a:lnTo>
                  <a:lnTo>
                    <a:pt x="230740" y="128650"/>
                  </a:lnTo>
                  <a:lnTo>
                    <a:pt x="231140" y="128650"/>
                  </a:lnTo>
                  <a:lnTo>
                    <a:pt x="231140" y="117093"/>
                  </a:lnTo>
                  <a:lnTo>
                    <a:pt x="213233" y="117093"/>
                  </a:lnTo>
                  <a:lnTo>
                    <a:pt x="210946" y="116712"/>
                  </a:lnTo>
                  <a:lnTo>
                    <a:pt x="210410" y="116712"/>
                  </a:lnTo>
                  <a:lnTo>
                    <a:pt x="208153" y="115443"/>
                  </a:lnTo>
                  <a:lnTo>
                    <a:pt x="206248" y="114426"/>
                  </a:lnTo>
                  <a:lnTo>
                    <a:pt x="204597" y="112775"/>
                  </a:lnTo>
                  <a:lnTo>
                    <a:pt x="203454" y="110362"/>
                  </a:lnTo>
                  <a:lnTo>
                    <a:pt x="202184" y="107950"/>
                  </a:lnTo>
                  <a:lnTo>
                    <a:pt x="201549" y="105282"/>
                  </a:lnTo>
                  <a:lnTo>
                    <a:pt x="201041" y="99568"/>
                  </a:lnTo>
                  <a:lnTo>
                    <a:pt x="201041" y="46608"/>
                  </a:lnTo>
                  <a:close/>
                </a:path>
                <a:path w="572135" h="165100">
                  <a:moveTo>
                    <a:pt x="231140" y="113918"/>
                  </a:moveTo>
                  <a:lnTo>
                    <a:pt x="230378" y="113918"/>
                  </a:lnTo>
                  <a:lnTo>
                    <a:pt x="229235" y="114426"/>
                  </a:lnTo>
                  <a:lnTo>
                    <a:pt x="227330" y="115188"/>
                  </a:lnTo>
                  <a:lnTo>
                    <a:pt x="224790" y="115950"/>
                  </a:lnTo>
                  <a:lnTo>
                    <a:pt x="222123" y="116712"/>
                  </a:lnTo>
                  <a:lnTo>
                    <a:pt x="219710" y="117093"/>
                  </a:lnTo>
                  <a:lnTo>
                    <a:pt x="231140" y="117093"/>
                  </a:lnTo>
                  <a:lnTo>
                    <a:pt x="231140" y="113918"/>
                  </a:lnTo>
                  <a:close/>
                </a:path>
                <a:path w="572135" h="165100">
                  <a:moveTo>
                    <a:pt x="231140" y="33019"/>
                  </a:moveTo>
                  <a:lnTo>
                    <a:pt x="176530" y="33019"/>
                  </a:lnTo>
                  <a:lnTo>
                    <a:pt x="176530" y="46608"/>
                  </a:lnTo>
                  <a:lnTo>
                    <a:pt x="231140" y="46608"/>
                  </a:lnTo>
                  <a:lnTo>
                    <a:pt x="231140" y="33019"/>
                  </a:lnTo>
                  <a:close/>
                </a:path>
                <a:path w="572135" h="165100">
                  <a:moveTo>
                    <a:pt x="201041" y="5333"/>
                  </a:moveTo>
                  <a:lnTo>
                    <a:pt x="186436" y="5333"/>
                  </a:lnTo>
                  <a:lnTo>
                    <a:pt x="186436" y="33019"/>
                  </a:lnTo>
                  <a:lnTo>
                    <a:pt x="201041" y="33019"/>
                  </a:lnTo>
                  <a:lnTo>
                    <a:pt x="201041" y="5333"/>
                  </a:lnTo>
                  <a:close/>
                </a:path>
                <a:path w="572135" h="165100">
                  <a:moveTo>
                    <a:pt x="265811" y="0"/>
                  </a:moveTo>
                  <a:lnTo>
                    <a:pt x="249301" y="0"/>
                  </a:lnTo>
                  <a:lnTo>
                    <a:pt x="249301" y="16891"/>
                  </a:lnTo>
                  <a:lnTo>
                    <a:pt x="265811" y="16891"/>
                  </a:lnTo>
                  <a:lnTo>
                    <a:pt x="265811" y="0"/>
                  </a:lnTo>
                  <a:close/>
                </a:path>
                <a:path w="572135" h="165100">
                  <a:moveTo>
                    <a:pt x="264795" y="33019"/>
                  </a:moveTo>
                  <a:lnTo>
                    <a:pt x="250190" y="33019"/>
                  </a:lnTo>
                  <a:lnTo>
                    <a:pt x="250190" y="129412"/>
                  </a:lnTo>
                  <a:lnTo>
                    <a:pt x="264795" y="129412"/>
                  </a:lnTo>
                  <a:lnTo>
                    <a:pt x="264795" y="33019"/>
                  </a:lnTo>
                  <a:close/>
                </a:path>
                <a:path w="572135" h="165100">
                  <a:moveTo>
                    <a:pt x="302006" y="33019"/>
                  </a:moveTo>
                  <a:lnTo>
                    <a:pt x="286131" y="33019"/>
                  </a:lnTo>
                  <a:lnTo>
                    <a:pt x="321056" y="129412"/>
                  </a:lnTo>
                  <a:lnTo>
                    <a:pt x="335788" y="129412"/>
                  </a:lnTo>
                  <a:lnTo>
                    <a:pt x="342946" y="109727"/>
                  </a:lnTo>
                  <a:lnTo>
                    <a:pt x="328930" y="109727"/>
                  </a:lnTo>
                  <a:lnTo>
                    <a:pt x="302006" y="33019"/>
                  </a:lnTo>
                  <a:close/>
                </a:path>
                <a:path w="572135" h="165100">
                  <a:moveTo>
                    <a:pt x="370840" y="33019"/>
                  </a:moveTo>
                  <a:lnTo>
                    <a:pt x="355600" y="33019"/>
                  </a:lnTo>
                  <a:lnTo>
                    <a:pt x="328930" y="109727"/>
                  </a:lnTo>
                  <a:lnTo>
                    <a:pt x="342946" y="109727"/>
                  </a:lnTo>
                  <a:lnTo>
                    <a:pt x="370840" y="33019"/>
                  </a:lnTo>
                  <a:close/>
                </a:path>
                <a:path w="572135" h="165100">
                  <a:moveTo>
                    <a:pt x="402971" y="0"/>
                  </a:moveTo>
                  <a:lnTo>
                    <a:pt x="386461" y="0"/>
                  </a:lnTo>
                  <a:lnTo>
                    <a:pt x="386461" y="16891"/>
                  </a:lnTo>
                  <a:lnTo>
                    <a:pt x="402971" y="16891"/>
                  </a:lnTo>
                  <a:lnTo>
                    <a:pt x="402971" y="0"/>
                  </a:lnTo>
                  <a:close/>
                </a:path>
                <a:path w="572135" h="165100">
                  <a:moveTo>
                    <a:pt x="401955" y="33019"/>
                  </a:moveTo>
                  <a:lnTo>
                    <a:pt x="387350" y="33019"/>
                  </a:lnTo>
                  <a:lnTo>
                    <a:pt x="387350" y="129412"/>
                  </a:lnTo>
                  <a:lnTo>
                    <a:pt x="401955" y="129412"/>
                  </a:lnTo>
                  <a:lnTo>
                    <a:pt x="401955" y="33019"/>
                  </a:lnTo>
                  <a:close/>
                </a:path>
                <a:path w="572135" h="165100">
                  <a:moveTo>
                    <a:pt x="447929" y="46608"/>
                  </a:moveTo>
                  <a:lnTo>
                    <a:pt x="433324" y="46608"/>
                  </a:lnTo>
                  <a:lnTo>
                    <a:pt x="433410" y="99568"/>
                  </a:lnTo>
                  <a:lnTo>
                    <a:pt x="433710" y="105282"/>
                  </a:lnTo>
                  <a:lnTo>
                    <a:pt x="433752" y="106082"/>
                  </a:lnTo>
                  <a:lnTo>
                    <a:pt x="434988" y="112775"/>
                  </a:lnTo>
                  <a:lnTo>
                    <a:pt x="435038" y="113045"/>
                  </a:lnTo>
                  <a:lnTo>
                    <a:pt x="437181" y="118794"/>
                  </a:lnTo>
                  <a:lnTo>
                    <a:pt x="440182" y="123317"/>
                  </a:lnTo>
                  <a:lnTo>
                    <a:pt x="444754" y="128650"/>
                  </a:lnTo>
                  <a:lnTo>
                    <a:pt x="451485" y="131318"/>
                  </a:lnTo>
                  <a:lnTo>
                    <a:pt x="462915" y="131318"/>
                  </a:lnTo>
                  <a:lnTo>
                    <a:pt x="465836" y="131063"/>
                  </a:lnTo>
                  <a:lnTo>
                    <a:pt x="472313" y="130048"/>
                  </a:lnTo>
                  <a:lnTo>
                    <a:pt x="475234" y="129412"/>
                  </a:lnTo>
                  <a:lnTo>
                    <a:pt x="477628" y="128650"/>
                  </a:lnTo>
                  <a:lnTo>
                    <a:pt x="478028" y="128650"/>
                  </a:lnTo>
                  <a:lnTo>
                    <a:pt x="478028" y="117093"/>
                  </a:lnTo>
                  <a:lnTo>
                    <a:pt x="460121" y="117093"/>
                  </a:lnTo>
                  <a:lnTo>
                    <a:pt x="457834" y="116712"/>
                  </a:lnTo>
                  <a:lnTo>
                    <a:pt x="457298" y="116712"/>
                  </a:lnTo>
                  <a:lnTo>
                    <a:pt x="455041" y="115443"/>
                  </a:lnTo>
                  <a:lnTo>
                    <a:pt x="453136" y="114426"/>
                  </a:lnTo>
                  <a:lnTo>
                    <a:pt x="451485" y="112775"/>
                  </a:lnTo>
                  <a:lnTo>
                    <a:pt x="450342" y="110362"/>
                  </a:lnTo>
                  <a:lnTo>
                    <a:pt x="449072" y="107950"/>
                  </a:lnTo>
                  <a:lnTo>
                    <a:pt x="448437" y="105282"/>
                  </a:lnTo>
                  <a:lnTo>
                    <a:pt x="447929" y="99568"/>
                  </a:lnTo>
                  <a:lnTo>
                    <a:pt x="447929" y="46608"/>
                  </a:lnTo>
                  <a:close/>
                </a:path>
                <a:path w="572135" h="165100">
                  <a:moveTo>
                    <a:pt x="478028" y="113918"/>
                  </a:moveTo>
                  <a:lnTo>
                    <a:pt x="477266" y="113918"/>
                  </a:lnTo>
                  <a:lnTo>
                    <a:pt x="476123" y="114426"/>
                  </a:lnTo>
                  <a:lnTo>
                    <a:pt x="474218" y="115188"/>
                  </a:lnTo>
                  <a:lnTo>
                    <a:pt x="471678" y="115950"/>
                  </a:lnTo>
                  <a:lnTo>
                    <a:pt x="469011" y="116712"/>
                  </a:lnTo>
                  <a:lnTo>
                    <a:pt x="466598" y="117093"/>
                  </a:lnTo>
                  <a:lnTo>
                    <a:pt x="478028" y="117093"/>
                  </a:lnTo>
                  <a:lnTo>
                    <a:pt x="478028" y="113918"/>
                  </a:lnTo>
                  <a:close/>
                </a:path>
                <a:path w="572135" h="165100">
                  <a:moveTo>
                    <a:pt x="478028" y="33019"/>
                  </a:moveTo>
                  <a:lnTo>
                    <a:pt x="423418" y="33019"/>
                  </a:lnTo>
                  <a:lnTo>
                    <a:pt x="423418" y="46608"/>
                  </a:lnTo>
                  <a:lnTo>
                    <a:pt x="478028" y="46608"/>
                  </a:lnTo>
                  <a:lnTo>
                    <a:pt x="478028" y="33019"/>
                  </a:lnTo>
                  <a:close/>
                </a:path>
                <a:path w="572135" h="165100">
                  <a:moveTo>
                    <a:pt x="447929" y="5333"/>
                  </a:moveTo>
                  <a:lnTo>
                    <a:pt x="433324" y="5333"/>
                  </a:lnTo>
                  <a:lnTo>
                    <a:pt x="433324" y="33019"/>
                  </a:lnTo>
                  <a:lnTo>
                    <a:pt x="447929" y="33019"/>
                  </a:lnTo>
                  <a:lnTo>
                    <a:pt x="447929" y="5333"/>
                  </a:lnTo>
                  <a:close/>
                </a:path>
                <a:path w="572135" h="165100">
                  <a:moveTo>
                    <a:pt x="503174" y="33019"/>
                  </a:moveTo>
                  <a:lnTo>
                    <a:pt x="487299" y="33019"/>
                  </a:lnTo>
                  <a:lnTo>
                    <a:pt x="521970" y="124713"/>
                  </a:lnTo>
                  <a:lnTo>
                    <a:pt x="505714" y="164973"/>
                  </a:lnTo>
                  <a:lnTo>
                    <a:pt x="521335" y="164973"/>
                  </a:lnTo>
                  <a:lnTo>
                    <a:pt x="544549" y="104520"/>
                  </a:lnTo>
                  <a:lnTo>
                    <a:pt x="529844" y="104520"/>
                  </a:lnTo>
                  <a:lnTo>
                    <a:pt x="503174" y="33019"/>
                  </a:lnTo>
                  <a:close/>
                </a:path>
                <a:path w="572135" h="165100">
                  <a:moveTo>
                    <a:pt x="572008" y="33019"/>
                  </a:moveTo>
                  <a:lnTo>
                    <a:pt x="556768" y="33019"/>
                  </a:lnTo>
                  <a:lnTo>
                    <a:pt x="529844" y="104520"/>
                  </a:lnTo>
                  <a:lnTo>
                    <a:pt x="544549" y="104520"/>
                  </a:lnTo>
                  <a:lnTo>
                    <a:pt x="572008" y="33019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7580" y="3202051"/>
              <a:ext cx="119125" cy="12941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3193415" y="3197097"/>
              <a:ext cx="1162050" cy="171450"/>
            </a:xfrm>
            <a:custGeom>
              <a:avLst/>
              <a:gdLst/>
              <a:ahLst/>
              <a:cxnLst/>
              <a:rect l="l" t="t" r="r" b="b"/>
              <a:pathLst>
                <a:path w="1162050" h="171450">
                  <a:moveTo>
                    <a:pt x="54229" y="38989"/>
                  </a:moveTo>
                  <a:lnTo>
                    <a:pt x="51943" y="38608"/>
                  </a:lnTo>
                  <a:lnTo>
                    <a:pt x="50165" y="38354"/>
                  </a:lnTo>
                  <a:lnTo>
                    <a:pt x="49022" y="38100"/>
                  </a:lnTo>
                  <a:lnTo>
                    <a:pt x="38303" y="38100"/>
                  </a:lnTo>
                  <a:lnTo>
                    <a:pt x="34417" y="38989"/>
                  </a:lnTo>
                  <a:lnTo>
                    <a:pt x="25527" y="43307"/>
                  </a:lnTo>
                  <a:lnTo>
                    <a:pt x="20447" y="46990"/>
                  </a:lnTo>
                  <a:lnTo>
                    <a:pt x="14605" y="52197"/>
                  </a:lnTo>
                  <a:lnTo>
                    <a:pt x="14605" y="38100"/>
                  </a:lnTo>
                  <a:lnTo>
                    <a:pt x="0" y="38100"/>
                  </a:lnTo>
                  <a:lnTo>
                    <a:pt x="0" y="134366"/>
                  </a:lnTo>
                  <a:lnTo>
                    <a:pt x="14605" y="134366"/>
                  </a:lnTo>
                  <a:lnTo>
                    <a:pt x="14605" y="65913"/>
                  </a:lnTo>
                  <a:lnTo>
                    <a:pt x="18542" y="62357"/>
                  </a:lnTo>
                  <a:lnTo>
                    <a:pt x="22606" y="59563"/>
                  </a:lnTo>
                  <a:lnTo>
                    <a:pt x="26797" y="57277"/>
                  </a:lnTo>
                  <a:lnTo>
                    <a:pt x="30988" y="55118"/>
                  </a:lnTo>
                  <a:lnTo>
                    <a:pt x="35306" y="53975"/>
                  </a:lnTo>
                  <a:lnTo>
                    <a:pt x="42545" y="53975"/>
                  </a:lnTo>
                  <a:lnTo>
                    <a:pt x="44958" y="54102"/>
                  </a:lnTo>
                  <a:lnTo>
                    <a:pt x="49149" y="54610"/>
                  </a:lnTo>
                  <a:lnTo>
                    <a:pt x="51181" y="55118"/>
                  </a:lnTo>
                  <a:lnTo>
                    <a:pt x="53340" y="55626"/>
                  </a:lnTo>
                  <a:lnTo>
                    <a:pt x="54229" y="55626"/>
                  </a:lnTo>
                  <a:lnTo>
                    <a:pt x="54229" y="53975"/>
                  </a:lnTo>
                  <a:lnTo>
                    <a:pt x="54229" y="52197"/>
                  </a:lnTo>
                  <a:lnTo>
                    <a:pt x="54229" y="38989"/>
                  </a:lnTo>
                  <a:close/>
                </a:path>
                <a:path w="1162050" h="171450">
                  <a:moveTo>
                    <a:pt x="142748" y="78994"/>
                  </a:moveTo>
                  <a:lnTo>
                    <a:pt x="142532" y="75539"/>
                  </a:lnTo>
                  <a:lnTo>
                    <a:pt x="142151" y="69113"/>
                  </a:lnTo>
                  <a:lnTo>
                    <a:pt x="140360" y="60426"/>
                  </a:lnTo>
                  <a:lnTo>
                    <a:pt x="137388" y="52920"/>
                  </a:lnTo>
                  <a:lnTo>
                    <a:pt x="134556" y="48641"/>
                  </a:lnTo>
                  <a:lnTo>
                    <a:pt x="133223" y="46609"/>
                  </a:lnTo>
                  <a:lnTo>
                    <a:pt x="128524" y="42227"/>
                  </a:lnTo>
                  <a:lnTo>
                    <a:pt x="128524" y="66929"/>
                  </a:lnTo>
                  <a:lnTo>
                    <a:pt x="128524" y="75539"/>
                  </a:lnTo>
                  <a:lnTo>
                    <a:pt x="78854" y="75539"/>
                  </a:lnTo>
                  <a:lnTo>
                    <a:pt x="79387" y="69113"/>
                  </a:lnTo>
                  <a:lnTo>
                    <a:pt x="79489" y="67818"/>
                  </a:lnTo>
                  <a:lnTo>
                    <a:pt x="82042" y="61468"/>
                  </a:lnTo>
                  <a:lnTo>
                    <a:pt x="86728" y="56388"/>
                  </a:lnTo>
                  <a:lnTo>
                    <a:pt x="91313" y="51181"/>
                  </a:lnTo>
                  <a:lnTo>
                    <a:pt x="97536" y="48641"/>
                  </a:lnTo>
                  <a:lnTo>
                    <a:pt x="113157" y="48641"/>
                  </a:lnTo>
                  <a:lnTo>
                    <a:pt x="118999" y="50927"/>
                  </a:lnTo>
                  <a:lnTo>
                    <a:pt x="123685" y="56730"/>
                  </a:lnTo>
                  <a:lnTo>
                    <a:pt x="126644" y="60426"/>
                  </a:lnTo>
                  <a:lnTo>
                    <a:pt x="128524" y="66929"/>
                  </a:lnTo>
                  <a:lnTo>
                    <a:pt x="128524" y="42227"/>
                  </a:lnTo>
                  <a:lnTo>
                    <a:pt x="127952" y="41694"/>
                  </a:lnTo>
                  <a:lnTo>
                    <a:pt x="121691" y="38150"/>
                  </a:lnTo>
                  <a:lnTo>
                    <a:pt x="114427" y="36029"/>
                  </a:lnTo>
                  <a:lnTo>
                    <a:pt x="106172" y="35306"/>
                  </a:lnTo>
                  <a:lnTo>
                    <a:pt x="97116" y="36169"/>
                  </a:lnTo>
                  <a:lnTo>
                    <a:pt x="66878" y="65519"/>
                  </a:lnTo>
                  <a:lnTo>
                    <a:pt x="64008" y="86741"/>
                  </a:lnTo>
                  <a:lnTo>
                    <a:pt x="64757" y="97980"/>
                  </a:lnTo>
                  <a:lnTo>
                    <a:pt x="66992" y="107696"/>
                  </a:lnTo>
                  <a:lnTo>
                    <a:pt x="67030" y="107873"/>
                  </a:lnTo>
                  <a:lnTo>
                    <a:pt x="99783" y="135890"/>
                  </a:lnTo>
                  <a:lnTo>
                    <a:pt x="100228" y="135890"/>
                  </a:lnTo>
                  <a:lnTo>
                    <a:pt x="109855" y="136652"/>
                  </a:lnTo>
                  <a:lnTo>
                    <a:pt x="115443" y="136652"/>
                  </a:lnTo>
                  <a:lnTo>
                    <a:pt x="120904" y="135890"/>
                  </a:lnTo>
                  <a:lnTo>
                    <a:pt x="125984" y="134239"/>
                  </a:lnTo>
                  <a:lnTo>
                    <a:pt x="131051" y="132715"/>
                  </a:lnTo>
                  <a:lnTo>
                    <a:pt x="136144" y="130810"/>
                  </a:lnTo>
                  <a:lnTo>
                    <a:pt x="141097" y="128524"/>
                  </a:lnTo>
                  <a:lnTo>
                    <a:pt x="141097" y="122428"/>
                  </a:lnTo>
                  <a:lnTo>
                    <a:pt x="141097" y="110744"/>
                  </a:lnTo>
                  <a:lnTo>
                    <a:pt x="140335" y="110744"/>
                  </a:lnTo>
                  <a:lnTo>
                    <a:pt x="137795" y="113284"/>
                  </a:lnTo>
                  <a:lnTo>
                    <a:pt x="133464" y="115951"/>
                  </a:lnTo>
                  <a:lnTo>
                    <a:pt x="127508" y="118491"/>
                  </a:lnTo>
                  <a:lnTo>
                    <a:pt x="121526" y="121158"/>
                  </a:lnTo>
                  <a:lnTo>
                    <a:pt x="115570" y="122428"/>
                  </a:lnTo>
                  <a:lnTo>
                    <a:pt x="105156" y="122428"/>
                  </a:lnTo>
                  <a:lnTo>
                    <a:pt x="101092" y="121793"/>
                  </a:lnTo>
                  <a:lnTo>
                    <a:pt x="93713" y="118999"/>
                  </a:lnTo>
                  <a:lnTo>
                    <a:pt x="90538" y="116967"/>
                  </a:lnTo>
                  <a:lnTo>
                    <a:pt x="87884" y="114173"/>
                  </a:lnTo>
                  <a:lnTo>
                    <a:pt x="85077" y="111379"/>
                  </a:lnTo>
                  <a:lnTo>
                    <a:pt x="82905" y="107873"/>
                  </a:lnTo>
                  <a:lnTo>
                    <a:pt x="82804" y="107696"/>
                  </a:lnTo>
                  <a:lnTo>
                    <a:pt x="81280" y="103378"/>
                  </a:lnTo>
                  <a:lnTo>
                    <a:pt x="79629" y="98933"/>
                  </a:lnTo>
                  <a:lnTo>
                    <a:pt x="78867" y="93726"/>
                  </a:lnTo>
                  <a:lnTo>
                    <a:pt x="78867" y="87884"/>
                  </a:lnTo>
                  <a:lnTo>
                    <a:pt x="142748" y="87884"/>
                  </a:lnTo>
                  <a:lnTo>
                    <a:pt x="142748" y="78994"/>
                  </a:lnTo>
                  <a:close/>
                </a:path>
                <a:path w="1162050" h="171450">
                  <a:moveTo>
                    <a:pt x="232029" y="62738"/>
                  </a:moveTo>
                  <a:lnTo>
                    <a:pt x="231140" y="57531"/>
                  </a:lnTo>
                  <a:lnTo>
                    <a:pt x="229489" y="53340"/>
                  </a:lnTo>
                  <a:lnTo>
                    <a:pt x="228130" y="50165"/>
                  </a:lnTo>
                  <a:lnTo>
                    <a:pt x="228028" y="49911"/>
                  </a:lnTo>
                  <a:lnTo>
                    <a:pt x="200406" y="35560"/>
                  </a:lnTo>
                  <a:lnTo>
                    <a:pt x="189103" y="35560"/>
                  </a:lnTo>
                  <a:lnTo>
                    <a:pt x="183769" y="36195"/>
                  </a:lnTo>
                  <a:lnTo>
                    <a:pt x="172974" y="38227"/>
                  </a:lnTo>
                  <a:lnTo>
                    <a:pt x="168910" y="39116"/>
                  </a:lnTo>
                  <a:lnTo>
                    <a:pt x="165989" y="40005"/>
                  </a:lnTo>
                  <a:lnTo>
                    <a:pt x="165989" y="56642"/>
                  </a:lnTo>
                  <a:lnTo>
                    <a:pt x="166446" y="56642"/>
                  </a:lnTo>
                  <a:lnTo>
                    <a:pt x="171831" y="54356"/>
                  </a:lnTo>
                  <a:lnTo>
                    <a:pt x="176657" y="52705"/>
                  </a:lnTo>
                  <a:lnTo>
                    <a:pt x="181356" y="51689"/>
                  </a:lnTo>
                  <a:lnTo>
                    <a:pt x="185521" y="50673"/>
                  </a:lnTo>
                  <a:lnTo>
                    <a:pt x="185191" y="50673"/>
                  </a:lnTo>
                  <a:lnTo>
                    <a:pt x="190373" y="49911"/>
                  </a:lnTo>
                  <a:lnTo>
                    <a:pt x="197358" y="49911"/>
                  </a:lnTo>
                  <a:lnTo>
                    <a:pt x="200406" y="50165"/>
                  </a:lnTo>
                  <a:lnTo>
                    <a:pt x="203327" y="50673"/>
                  </a:lnTo>
                  <a:lnTo>
                    <a:pt x="206248" y="51054"/>
                  </a:lnTo>
                  <a:lnTo>
                    <a:pt x="217551" y="64516"/>
                  </a:lnTo>
                  <a:lnTo>
                    <a:pt x="217551" y="70612"/>
                  </a:lnTo>
                  <a:lnTo>
                    <a:pt x="217551" y="83820"/>
                  </a:lnTo>
                  <a:lnTo>
                    <a:pt x="217551" y="110617"/>
                  </a:lnTo>
                  <a:lnTo>
                    <a:pt x="213868" y="113792"/>
                  </a:lnTo>
                  <a:lnTo>
                    <a:pt x="209931" y="116459"/>
                  </a:lnTo>
                  <a:lnTo>
                    <a:pt x="205740" y="118618"/>
                  </a:lnTo>
                  <a:lnTo>
                    <a:pt x="201422" y="120777"/>
                  </a:lnTo>
                  <a:lnTo>
                    <a:pt x="196723" y="121920"/>
                  </a:lnTo>
                  <a:lnTo>
                    <a:pt x="185547" y="121920"/>
                  </a:lnTo>
                  <a:lnTo>
                    <a:pt x="180848" y="120523"/>
                  </a:lnTo>
                  <a:lnTo>
                    <a:pt x="177927" y="117729"/>
                  </a:lnTo>
                  <a:lnTo>
                    <a:pt x="174879" y="114935"/>
                  </a:lnTo>
                  <a:lnTo>
                    <a:pt x="173355" y="110744"/>
                  </a:lnTo>
                  <a:lnTo>
                    <a:pt x="173355" y="100330"/>
                  </a:lnTo>
                  <a:lnTo>
                    <a:pt x="174625" y="96520"/>
                  </a:lnTo>
                  <a:lnTo>
                    <a:pt x="177292" y="93726"/>
                  </a:lnTo>
                  <a:lnTo>
                    <a:pt x="179832" y="90932"/>
                  </a:lnTo>
                  <a:lnTo>
                    <a:pt x="183261" y="88900"/>
                  </a:lnTo>
                  <a:lnTo>
                    <a:pt x="187452" y="87630"/>
                  </a:lnTo>
                  <a:lnTo>
                    <a:pt x="191008" y="86487"/>
                  </a:lnTo>
                  <a:lnTo>
                    <a:pt x="195707" y="85598"/>
                  </a:lnTo>
                  <a:lnTo>
                    <a:pt x="201803" y="85090"/>
                  </a:lnTo>
                  <a:lnTo>
                    <a:pt x="207772" y="84455"/>
                  </a:lnTo>
                  <a:lnTo>
                    <a:pt x="213106" y="84074"/>
                  </a:lnTo>
                  <a:lnTo>
                    <a:pt x="217551" y="83820"/>
                  </a:lnTo>
                  <a:lnTo>
                    <a:pt x="217551" y="70612"/>
                  </a:lnTo>
                  <a:lnTo>
                    <a:pt x="209042" y="71120"/>
                  </a:lnTo>
                  <a:lnTo>
                    <a:pt x="201041" y="71755"/>
                  </a:lnTo>
                  <a:lnTo>
                    <a:pt x="193675" y="72771"/>
                  </a:lnTo>
                  <a:lnTo>
                    <a:pt x="186309" y="73660"/>
                  </a:lnTo>
                  <a:lnTo>
                    <a:pt x="158369" y="99060"/>
                  </a:lnTo>
                  <a:lnTo>
                    <a:pt x="158369" y="115316"/>
                  </a:lnTo>
                  <a:lnTo>
                    <a:pt x="161036" y="122682"/>
                  </a:lnTo>
                  <a:lnTo>
                    <a:pt x="171958" y="134112"/>
                  </a:lnTo>
                  <a:lnTo>
                    <a:pt x="178562" y="137033"/>
                  </a:lnTo>
                  <a:lnTo>
                    <a:pt x="190627" y="137033"/>
                  </a:lnTo>
                  <a:lnTo>
                    <a:pt x="194310" y="136652"/>
                  </a:lnTo>
                  <a:lnTo>
                    <a:pt x="200660" y="134874"/>
                  </a:lnTo>
                  <a:lnTo>
                    <a:pt x="203454" y="133731"/>
                  </a:lnTo>
                  <a:lnTo>
                    <a:pt x="205867" y="132334"/>
                  </a:lnTo>
                  <a:lnTo>
                    <a:pt x="207899" y="131318"/>
                  </a:lnTo>
                  <a:lnTo>
                    <a:pt x="210058" y="129921"/>
                  </a:lnTo>
                  <a:lnTo>
                    <a:pt x="212217" y="128143"/>
                  </a:lnTo>
                  <a:lnTo>
                    <a:pt x="214503" y="126492"/>
                  </a:lnTo>
                  <a:lnTo>
                    <a:pt x="217551" y="124079"/>
                  </a:lnTo>
                  <a:lnTo>
                    <a:pt x="217551" y="134366"/>
                  </a:lnTo>
                  <a:lnTo>
                    <a:pt x="232029" y="134366"/>
                  </a:lnTo>
                  <a:lnTo>
                    <a:pt x="232029" y="124079"/>
                  </a:lnTo>
                  <a:lnTo>
                    <a:pt x="232029" y="121920"/>
                  </a:lnTo>
                  <a:lnTo>
                    <a:pt x="232029" y="83820"/>
                  </a:lnTo>
                  <a:lnTo>
                    <a:pt x="232029" y="62738"/>
                  </a:lnTo>
                  <a:close/>
                </a:path>
                <a:path w="1162050" h="171450">
                  <a:moveTo>
                    <a:pt x="273812" y="0"/>
                  </a:moveTo>
                  <a:lnTo>
                    <a:pt x="259207" y="0"/>
                  </a:lnTo>
                  <a:lnTo>
                    <a:pt x="259207" y="134366"/>
                  </a:lnTo>
                  <a:lnTo>
                    <a:pt x="273812" y="134366"/>
                  </a:lnTo>
                  <a:lnTo>
                    <a:pt x="273812" y="0"/>
                  </a:lnTo>
                  <a:close/>
                </a:path>
                <a:path w="1162050" h="171450">
                  <a:moveTo>
                    <a:pt x="398653" y="37973"/>
                  </a:moveTo>
                  <a:lnTo>
                    <a:pt x="368554" y="37973"/>
                  </a:lnTo>
                  <a:lnTo>
                    <a:pt x="368554" y="10287"/>
                  </a:lnTo>
                  <a:lnTo>
                    <a:pt x="353949" y="10287"/>
                  </a:lnTo>
                  <a:lnTo>
                    <a:pt x="353949" y="37973"/>
                  </a:lnTo>
                  <a:lnTo>
                    <a:pt x="344043" y="37973"/>
                  </a:lnTo>
                  <a:lnTo>
                    <a:pt x="344043" y="51562"/>
                  </a:lnTo>
                  <a:lnTo>
                    <a:pt x="353949" y="51562"/>
                  </a:lnTo>
                  <a:lnTo>
                    <a:pt x="354025" y="104521"/>
                  </a:lnTo>
                  <a:lnTo>
                    <a:pt x="354330" y="110236"/>
                  </a:lnTo>
                  <a:lnTo>
                    <a:pt x="354368" y="111036"/>
                  </a:lnTo>
                  <a:lnTo>
                    <a:pt x="355612" y="117729"/>
                  </a:lnTo>
                  <a:lnTo>
                    <a:pt x="355663" y="118008"/>
                  </a:lnTo>
                  <a:lnTo>
                    <a:pt x="357797" y="123748"/>
                  </a:lnTo>
                  <a:lnTo>
                    <a:pt x="360807" y="128270"/>
                  </a:lnTo>
                  <a:lnTo>
                    <a:pt x="365379" y="133604"/>
                  </a:lnTo>
                  <a:lnTo>
                    <a:pt x="372110" y="136271"/>
                  </a:lnTo>
                  <a:lnTo>
                    <a:pt x="383540" y="136271"/>
                  </a:lnTo>
                  <a:lnTo>
                    <a:pt x="386461" y="136017"/>
                  </a:lnTo>
                  <a:lnTo>
                    <a:pt x="392938" y="135001"/>
                  </a:lnTo>
                  <a:lnTo>
                    <a:pt x="395859" y="134366"/>
                  </a:lnTo>
                  <a:lnTo>
                    <a:pt x="398246" y="133604"/>
                  </a:lnTo>
                  <a:lnTo>
                    <a:pt x="398653" y="133604"/>
                  </a:lnTo>
                  <a:lnTo>
                    <a:pt x="398653" y="122047"/>
                  </a:lnTo>
                  <a:lnTo>
                    <a:pt x="398653" y="118872"/>
                  </a:lnTo>
                  <a:lnTo>
                    <a:pt x="397891" y="118872"/>
                  </a:lnTo>
                  <a:lnTo>
                    <a:pt x="387223" y="122047"/>
                  </a:lnTo>
                  <a:lnTo>
                    <a:pt x="380746" y="122047"/>
                  </a:lnTo>
                  <a:lnTo>
                    <a:pt x="378447" y="121666"/>
                  </a:lnTo>
                  <a:lnTo>
                    <a:pt x="377913" y="121666"/>
                  </a:lnTo>
                  <a:lnTo>
                    <a:pt x="375666" y="120396"/>
                  </a:lnTo>
                  <a:lnTo>
                    <a:pt x="373761" y="119380"/>
                  </a:lnTo>
                  <a:lnTo>
                    <a:pt x="372110" y="117729"/>
                  </a:lnTo>
                  <a:lnTo>
                    <a:pt x="370967" y="115316"/>
                  </a:lnTo>
                  <a:lnTo>
                    <a:pt x="369697" y="112903"/>
                  </a:lnTo>
                  <a:lnTo>
                    <a:pt x="369062" y="110236"/>
                  </a:lnTo>
                  <a:lnTo>
                    <a:pt x="368554" y="104521"/>
                  </a:lnTo>
                  <a:lnTo>
                    <a:pt x="368554" y="51562"/>
                  </a:lnTo>
                  <a:lnTo>
                    <a:pt x="398653" y="51562"/>
                  </a:lnTo>
                  <a:lnTo>
                    <a:pt x="398653" y="37973"/>
                  </a:lnTo>
                  <a:close/>
                </a:path>
                <a:path w="1162050" h="171450">
                  <a:moveTo>
                    <a:pt x="429260" y="37973"/>
                  </a:moveTo>
                  <a:lnTo>
                    <a:pt x="414655" y="37973"/>
                  </a:lnTo>
                  <a:lnTo>
                    <a:pt x="414655" y="134366"/>
                  </a:lnTo>
                  <a:lnTo>
                    <a:pt x="429260" y="134366"/>
                  </a:lnTo>
                  <a:lnTo>
                    <a:pt x="429260" y="37973"/>
                  </a:lnTo>
                  <a:close/>
                </a:path>
                <a:path w="1162050" h="171450">
                  <a:moveTo>
                    <a:pt x="430276" y="4953"/>
                  </a:moveTo>
                  <a:lnTo>
                    <a:pt x="413766" y="4953"/>
                  </a:lnTo>
                  <a:lnTo>
                    <a:pt x="413766" y="21844"/>
                  </a:lnTo>
                  <a:lnTo>
                    <a:pt x="430276" y="21844"/>
                  </a:lnTo>
                  <a:lnTo>
                    <a:pt x="430276" y="4953"/>
                  </a:lnTo>
                  <a:close/>
                </a:path>
                <a:path w="1162050" h="171450">
                  <a:moveTo>
                    <a:pt x="586867" y="134366"/>
                  </a:moveTo>
                  <a:lnTo>
                    <a:pt x="586828" y="71120"/>
                  </a:lnTo>
                  <a:lnTo>
                    <a:pt x="586638" y="67437"/>
                  </a:lnTo>
                  <a:lnTo>
                    <a:pt x="586536" y="65659"/>
                  </a:lnTo>
                  <a:lnTo>
                    <a:pt x="586435" y="63639"/>
                  </a:lnTo>
                  <a:lnTo>
                    <a:pt x="585165" y="56438"/>
                  </a:lnTo>
                  <a:lnTo>
                    <a:pt x="583311" y="50927"/>
                  </a:lnTo>
                  <a:lnTo>
                    <a:pt x="583222" y="50673"/>
                  </a:lnTo>
                  <a:lnTo>
                    <a:pt x="583057" y="50165"/>
                  </a:lnTo>
                  <a:lnTo>
                    <a:pt x="580136" y="44831"/>
                  </a:lnTo>
                  <a:lnTo>
                    <a:pt x="575564" y="38481"/>
                  </a:lnTo>
                  <a:lnTo>
                    <a:pt x="568579" y="35306"/>
                  </a:lnTo>
                  <a:lnTo>
                    <a:pt x="553466" y="35306"/>
                  </a:lnTo>
                  <a:lnTo>
                    <a:pt x="548259" y="36449"/>
                  </a:lnTo>
                  <a:lnTo>
                    <a:pt x="543433" y="38989"/>
                  </a:lnTo>
                  <a:lnTo>
                    <a:pt x="538480" y="41402"/>
                  </a:lnTo>
                  <a:lnTo>
                    <a:pt x="533146" y="45339"/>
                  </a:lnTo>
                  <a:lnTo>
                    <a:pt x="527177" y="50927"/>
                  </a:lnTo>
                  <a:lnTo>
                    <a:pt x="527075" y="50673"/>
                  </a:lnTo>
                  <a:lnTo>
                    <a:pt x="526288" y="48641"/>
                  </a:lnTo>
                  <a:lnTo>
                    <a:pt x="525272" y="45974"/>
                  </a:lnTo>
                  <a:lnTo>
                    <a:pt x="522097" y="42164"/>
                  </a:lnTo>
                  <a:lnTo>
                    <a:pt x="518033" y="39370"/>
                  </a:lnTo>
                  <a:lnTo>
                    <a:pt x="513969" y="36703"/>
                  </a:lnTo>
                  <a:lnTo>
                    <a:pt x="508889" y="35306"/>
                  </a:lnTo>
                  <a:lnTo>
                    <a:pt x="497840" y="35306"/>
                  </a:lnTo>
                  <a:lnTo>
                    <a:pt x="493014" y="36449"/>
                  </a:lnTo>
                  <a:lnTo>
                    <a:pt x="488569" y="38862"/>
                  </a:lnTo>
                  <a:lnTo>
                    <a:pt x="483997" y="41148"/>
                  </a:lnTo>
                  <a:lnTo>
                    <a:pt x="479425" y="44450"/>
                  </a:lnTo>
                  <a:lnTo>
                    <a:pt x="474853" y="48641"/>
                  </a:lnTo>
                  <a:lnTo>
                    <a:pt x="474853" y="37973"/>
                  </a:lnTo>
                  <a:lnTo>
                    <a:pt x="460248" y="37973"/>
                  </a:lnTo>
                  <a:lnTo>
                    <a:pt x="460248" y="134366"/>
                  </a:lnTo>
                  <a:lnTo>
                    <a:pt x="474853" y="134366"/>
                  </a:lnTo>
                  <a:lnTo>
                    <a:pt x="474853" y="62357"/>
                  </a:lnTo>
                  <a:lnTo>
                    <a:pt x="478917" y="58928"/>
                  </a:lnTo>
                  <a:lnTo>
                    <a:pt x="482854" y="56134"/>
                  </a:lnTo>
                  <a:lnTo>
                    <a:pt x="486918" y="53975"/>
                  </a:lnTo>
                  <a:lnTo>
                    <a:pt x="490855" y="51816"/>
                  </a:lnTo>
                  <a:lnTo>
                    <a:pt x="494919" y="50673"/>
                  </a:lnTo>
                  <a:lnTo>
                    <a:pt x="503047" y="50673"/>
                  </a:lnTo>
                  <a:lnTo>
                    <a:pt x="506349" y="51308"/>
                  </a:lnTo>
                  <a:lnTo>
                    <a:pt x="510908" y="53975"/>
                  </a:lnTo>
                  <a:lnTo>
                    <a:pt x="512495" y="55753"/>
                  </a:lnTo>
                  <a:lnTo>
                    <a:pt x="513651" y="58293"/>
                  </a:lnTo>
                  <a:lnTo>
                    <a:pt x="514756" y="60579"/>
                  </a:lnTo>
                  <a:lnTo>
                    <a:pt x="515493" y="63500"/>
                  </a:lnTo>
                  <a:lnTo>
                    <a:pt x="515531" y="64135"/>
                  </a:lnTo>
                  <a:lnTo>
                    <a:pt x="515632" y="65659"/>
                  </a:lnTo>
                  <a:lnTo>
                    <a:pt x="515759" y="67437"/>
                  </a:lnTo>
                  <a:lnTo>
                    <a:pt x="516128" y="71120"/>
                  </a:lnTo>
                  <a:lnTo>
                    <a:pt x="516128" y="71374"/>
                  </a:lnTo>
                  <a:lnTo>
                    <a:pt x="516255" y="134366"/>
                  </a:lnTo>
                  <a:lnTo>
                    <a:pt x="530860" y="134366"/>
                  </a:lnTo>
                  <a:lnTo>
                    <a:pt x="530733" y="67437"/>
                  </a:lnTo>
                  <a:lnTo>
                    <a:pt x="530606" y="65659"/>
                  </a:lnTo>
                  <a:lnTo>
                    <a:pt x="530479" y="64135"/>
                  </a:lnTo>
                  <a:lnTo>
                    <a:pt x="530415" y="63500"/>
                  </a:lnTo>
                  <a:lnTo>
                    <a:pt x="530352" y="62865"/>
                  </a:lnTo>
                  <a:lnTo>
                    <a:pt x="534416" y="59309"/>
                  </a:lnTo>
                  <a:lnTo>
                    <a:pt x="538403" y="56438"/>
                  </a:lnTo>
                  <a:lnTo>
                    <a:pt x="542671" y="54102"/>
                  </a:lnTo>
                  <a:lnTo>
                    <a:pt x="546735" y="51816"/>
                  </a:lnTo>
                  <a:lnTo>
                    <a:pt x="549884" y="50927"/>
                  </a:lnTo>
                  <a:lnTo>
                    <a:pt x="550799" y="50673"/>
                  </a:lnTo>
                  <a:lnTo>
                    <a:pt x="559054" y="50673"/>
                  </a:lnTo>
                  <a:lnTo>
                    <a:pt x="562356" y="51308"/>
                  </a:lnTo>
                  <a:lnTo>
                    <a:pt x="566902" y="53975"/>
                  </a:lnTo>
                  <a:lnTo>
                    <a:pt x="568452" y="55753"/>
                  </a:lnTo>
                  <a:lnTo>
                    <a:pt x="569595" y="58293"/>
                  </a:lnTo>
                  <a:lnTo>
                    <a:pt x="570738" y="60579"/>
                  </a:lnTo>
                  <a:lnTo>
                    <a:pt x="571461" y="63500"/>
                  </a:lnTo>
                  <a:lnTo>
                    <a:pt x="571525" y="64135"/>
                  </a:lnTo>
                  <a:lnTo>
                    <a:pt x="571627" y="65659"/>
                  </a:lnTo>
                  <a:lnTo>
                    <a:pt x="571754" y="67437"/>
                  </a:lnTo>
                  <a:lnTo>
                    <a:pt x="572109" y="71120"/>
                  </a:lnTo>
                  <a:lnTo>
                    <a:pt x="572135" y="71374"/>
                  </a:lnTo>
                  <a:lnTo>
                    <a:pt x="572262" y="134366"/>
                  </a:lnTo>
                  <a:lnTo>
                    <a:pt x="586867" y="134366"/>
                  </a:lnTo>
                  <a:close/>
                </a:path>
                <a:path w="1162050" h="171450">
                  <a:moveTo>
                    <a:pt x="688340" y="78994"/>
                  </a:moveTo>
                  <a:lnTo>
                    <a:pt x="688124" y="75539"/>
                  </a:lnTo>
                  <a:lnTo>
                    <a:pt x="687743" y="69113"/>
                  </a:lnTo>
                  <a:lnTo>
                    <a:pt x="685952" y="60426"/>
                  </a:lnTo>
                  <a:lnTo>
                    <a:pt x="682980" y="52920"/>
                  </a:lnTo>
                  <a:lnTo>
                    <a:pt x="680148" y="48641"/>
                  </a:lnTo>
                  <a:lnTo>
                    <a:pt x="678815" y="46609"/>
                  </a:lnTo>
                  <a:lnTo>
                    <a:pt x="674116" y="42227"/>
                  </a:lnTo>
                  <a:lnTo>
                    <a:pt x="674116" y="66929"/>
                  </a:lnTo>
                  <a:lnTo>
                    <a:pt x="674116" y="75539"/>
                  </a:lnTo>
                  <a:lnTo>
                    <a:pt x="624446" y="75539"/>
                  </a:lnTo>
                  <a:lnTo>
                    <a:pt x="624979" y="69113"/>
                  </a:lnTo>
                  <a:lnTo>
                    <a:pt x="625094" y="67818"/>
                  </a:lnTo>
                  <a:lnTo>
                    <a:pt x="627634" y="61468"/>
                  </a:lnTo>
                  <a:lnTo>
                    <a:pt x="632333" y="56388"/>
                  </a:lnTo>
                  <a:lnTo>
                    <a:pt x="636905" y="51181"/>
                  </a:lnTo>
                  <a:lnTo>
                    <a:pt x="643128" y="48641"/>
                  </a:lnTo>
                  <a:lnTo>
                    <a:pt x="658749" y="48641"/>
                  </a:lnTo>
                  <a:lnTo>
                    <a:pt x="664591" y="50927"/>
                  </a:lnTo>
                  <a:lnTo>
                    <a:pt x="669277" y="56730"/>
                  </a:lnTo>
                  <a:lnTo>
                    <a:pt x="672236" y="60426"/>
                  </a:lnTo>
                  <a:lnTo>
                    <a:pt x="674116" y="66929"/>
                  </a:lnTo>
                  <a:lnTo>
                    <a:pt x="674116" y="42227"/>
                  </a:lnTo>
                  <a:lnTo>
                    <a:pt x="673544" y="41694"/>
                  </a:lnTo>
                  <a:lnTo>
                    <a:pt x="667283" y="38150"/>
                  </a:lnTo>
                  <a:lnTo>
                    <a:pt x="660019" y="36029"/>
                  </a:lnTo>
                  <a:lnTo>
                    <a:pt x="651764" y="35306"/>
                  </a:lnTo>
                  <a:lnTo>
                    <a:pt x="642708" y="36169"/>
                  </a:lnTo>
                  <a:lnTo>
                    <a:pt x="612470" y="65519"/>
                  </a:lnTo>
                  <a:lnTo>
                    <a:pt x="609600" y="86741"/>
                  </a:lnTo>
                  <a:lnTo>
                    <a:pt x="610349" y="97980"/>
                  </a:lnTo>
                  <a:lnTo>
                    <a:pt x="612584" y="107696"/>
                  </a:lnTo>
                  <a:lnTo>
                    <a:pt x="612622" y="107873"/>
                  </a:lnTo>
                  <a:lnTo>
                    <a:pt x="645375" y="135890"/>
                  </a:lnTo>
                  <a:lnTo>
                    <a:pt x="645820" y="135890"/>
                  </a:lnTo>
                  <a:lnTo>
                    <a:pt x="655447" y="136652"/>
                  </a:lnTo>
                  <a:lnTo>
                    <a:pt x="661035" y="136652"/>
                  </a:lnTo>
                  <a:lnTo>
                    <a:pt x="666496" y="135890"/>
                  </a:lnTo>
                  <a:lnTo>
                    <a:pt x="671576" y="134239"/>
                  </a:lnTo>
                  <a:lnTo>
                    <a:pt x="676656" y="132715"/>
                  </a:lnTo>
                  <a:lnTo>
                    <a:pt x="681736" y="130810"/>
                  </a:lnTo>
                  <a:lnTo>
                    <a:pt x="686689" y="128524"/>
                  </a:lnTo>
                  <a:lnTo>
                    <a:pt x="686689" y="122428"/>
                  </a:lnTo>
                  <a:lnTo>
                    <a:pt x="686689" y="110744"/>
                  </a:lnTo>
                  <a:lnTo>
                    <a:pt x="685927" y="110744"/>
                  </a:lnTo>
                  <a:lnTo>
                    <a:pt x="683387" y="113284"/>
                  </a:lnTo>
                  <a:lnTo>
                    <a:pt x="679069" y="115951"/>
                  </a:lnTo>
                  <a:lnTo>
                    <a:pt x="673100" y="118491"/>
                  </a:lnTo>
                  <a:lnTo>
                    <a:pt x="667131" y="121158"/>
                  </a:lnTo>
                  <a:lnTo>
                    <a:pt x="661162" y="122428"/>
                  </a:lnTo>
                  <a:lnTo>
                    <a:pt x="650748" y="122428"/>
                  </a:lnTo>
                  <a:lnTo>
                    <a:pt x="646684" y="121793"/>
                  </a:lnTo>
                  <a:lnTo>
                    <a:pt x="639318" y="118999"/>
                  </a:lnTo>
                  <a:lnTo>
                    <a:pt x="636143" y="116967"/>
                  </a:lnTo>
                  <a:lnTo>
                    <a:pt x="633476" y="114173"/>
                  </a:lnTo>
                  <a:lnTo>
                    <a:pt x="630682" y="111379"/>
                  </a:lnTo>
                  <a:lnTo>
                    <a:pt x="628497" y="107873"/>
                  </a:lnTo>
                  <a:lnTo>
                    <a:pt x="628396" y="107696"/>
                  </a:lnTo>
                  <a:lnTo>
                    <a:pt x="626872" y="103378"/>
                  </a:lnTo>
                  <a:lnTo>
                    <a:pt x="625221" y="98933"/>
                  </a:lnTo>
                  <a:lnTo>
                    <a:pt x="624459" y="93726"/>
                  </a:lnTo>
                  <a:lnTo>
                    <a:pt x="624459" y="87884"/>
                  </a:lnTo>
                  <a:lnTo>
                    <a:pt x="688340" y="87884"/>
                  </a:lnTo>
                  <a:lnTo>
                    <a:pt x="688340" y="78994"/>
                  </a:lnTo>
                  <a:close/>
                </a:path>
                <a:path w="1162050" h="171450">
                  <a:moveTo>
                    <a:pt x="834009" y="37973"/>
                  </a:moveTo>
                  <a:lnTo>
                    <a:pt x="819404" y="37973"/>
                  </a:lnTo>
                  <a:lnTo>
                    <a:pt x="819404" y="109982"/>
                  </a:lnTo>
                  <a:lnTo>
                    <a:pt x="815467" y="113284"/>
                  </a:lnTo>
                  <a:lnTo>
                    <a:pt x="811276" y="116078"/>
                  </a:lnTo>
                  <a:lnTo>
                    <a:pt x="806831" y="118364"/>
                  </a:lnTo>
                  <a:lnTo>
                    <a:pt x="802386" y="120523"/>
                  </a:lnTo>
                  <a:lnTo>
                    <a:pt x="798195" y="121539"/>
                  </a:lnTo>
                  <a:lnTo>
                    <a:pt x="790194" y="121539"/>
                  </a:lnTo>
                  <a:lnTo>
                    <a:pt x="786892" y="121031"/>
                  </a:lnTo>
                  <a:lnTo>
                    <a:pt x="784733" y="119888"/>
                  </a:lnTo>
                  <a:lnTo>
                    <a:pt x="782447" y="118745"/>
                  </a:lnTo>
                  <a:lnTo>
                    <a:pt x="780669" y="116840"/>
                  </a:lnTo>
                  <a:lnTo>
                    <a:pt x="779272" y="114300"/>
                  </a:lnTo>
                  <a:lnTo>
                    <a:pt x="777875" y="111887"/>
                  </a:lnTo>
                  <a:lnTo>
                    <a:pt x="777024" y="109004"/>
                  </a:lnTo>
                  <a:lnTo>
                    <a:pt x="776986" y="108839"/>
                  </a:lnTo>
                  <a:lnTo>
                    <a:pt x="776224" y="101981"/>
                  </a:lnTo>
                  <a:lnTo>
                    <a:pt x="775970" y="97790"/>
                  </a:lnTo>
                  <a:lnTo>
                    <a:pt x="775970" y="37973"/>
                  </a:lnTo>
                  <a:lnTo>
                    <a:pt x="761365" y="37973"/>
                  </a:lnTo>
                  <a:lnTo>
                    <a:pt x="761441" y="101981"/>
                  </a:lnTo>
                  <a:lnTo>
                    <a:pt x="781177" y="137033"/>
                  </a:lnTo>
                  <a:lnTo>
                    <a:pt x="795782" y="137033"/>
                  </a:lnTo>
                  <a:lnTo>
                    <a:pt x="800735" y="135890"/>
                  </a:lnTo>
                  <a:lnTo>
                    <a:pt x="805180" y="133604"/>
                  </a:lnTo>
                  <a:lnTo>
                    <a:pt x="809752" y="131318"/>
                  </a:lnTo>
                  <a:lnTo>
                    <a:pt x="814451" y="128016"/>
                  </a:lnTo>
                  <a:lnTo>
                    <a:pt x="819404" y="123698"/>
                  </a:lnTo>
                  <a:lnTo>
                    <a:pt x="819404" y="134366"/>
                  </a:lnTo>
                  <a:lnTo>
                    <a:pt x="834009" y="134366"/>
                  </a:lnTo>
                  <a:lnTo>
                    <a:pt x="834009" y="123698"/>
                  </a:lnTo>
                  <a:lnTo>
                    <a:pt x="834009" y="121539"/>
                  </a:lnTo>
                  <a:lnTo>
                    <a:pt x="834009" y="37973"/>
                  </a:lnTo>
                  <a:close/>
                </a:path>
                <a:path w="1162050" h="171450">
                  <a:moveTo>
                    <a:pt x="924560" y="99568"/>
                  </a:moveTo>
                  <a:lnTo>
                    <a:pt x="922782" y="93853"/>
                  </a:lnTo>
                  <a:lnTo>
                    <a:pt x="915416" y="85471"/>
                  </a:lnTo>
                  <a:lnTo>
                    <a:pt x="910209" y="82550"/>
                  </a:lnTo>
                  <a:lnTo>
                    <a:pt x="903351" y="80772"/>
                  </a:lnTo>
                  <a:lnTo>
                    <a:pt x="901192" y="80137"/>
                  </a:lnTo>
                  <a:lnTo>
                    <a:pt x="898398" y="79502"/>
                  </a:lnTo>
                  <a:lnTo>
                    <a:pt x="891667" y="78232"/>
                  </a:lnTo>
                  <a:lnTo>
                    <a:pt x="888619" y="77470"/>
                  </a:lnTo>
                  <a:lnTo>
                    <a:pt x="872109" y="66802"/>
                  </a:lnTo>
                  <a:lnTo>
                    <a:pt x="872109" y="58420"/>
                  </a:lnTo>
                  <a:lnTo>
                    <a:pt x="873887" y="54991"/>
                  </a:lnTo>
                  <a:lnTo>
                    <a:pt x="881253" y="50419"/>
                  </a:lnTo>
                  <a:lnTo>
                    <a:pt x="885825" y="49403"/>
                  </a:lnTo>
                  <a:lnTo>
                    <a:pt x="896239" y="49403"/>
                  </a:lnTo>
                  <a:lnTo>
                    <a:pt x="920369" y="60198"/>
                  </a:lnTo>
                  <a:lnTo>
                    <a:pt x="921131" y="60198"/>
                  </a:lnTo>
                  <a:lnTo>
                    <a:pt x="921131" y="49403"/>
                  </a:lnTo>
                  <a:lnTo>
                    <a:pt x="921131" y="42926"/>
                  </a:lnTo>
                  <a:lnTo>
                    <a:pt x="917702" y="40894"/>
                  </a:lnTo>
                  <a:lnTo>
                    <a:pt x="913257" y="39116"/>
                  </a:lnTo>
                  <a:lnTo>
                    <a:pt x="903071" y="36449"/>
                  </a:lnTo>
                  <a:lnTo>
                    <a:pt x="903452" y="36449"/>
                  </a:lnTo>
                  <a:lnTo>
                    <a:pt x="897382" y="35560"/>
                  </a:lnTo>
                  <a:lnTo>
                    <a:pt x="886714" y="35560"/>
                  </a:lnTo>
                  <a:lnTo>
                    <a:pt x="866140" y="44450"/>
                  </a:lnTo>
                  <a:lnTo>
                    <a:pt x="863092" y="47244"/>
                  </a:lnTo>
                  <a:lnTo>
                    <a:pt x="860806" y="50292"/>
                  </a:lnTo>
                  <a:lnTo>
                    <a:pt x="859409" y="53848"/>
                  </a:lnTo>
                  <a:lnTo>
                    <a:pt x="857935" y="57150"/>
                  </a:lnTo>
                  <a:lnTo>
                    <a:pt x="857885" y="57277"/>
                  </a:lnTo>
                  <a:lnTo>
                    <a:pt x="857123" y="61087"/>
                  </a:lnTo>
                  <a:lnTo>
                    <a:pt x="857123" y="71374"/>
                  </a:lnTo>
                  <a:lnTo>
                    <a:pt x="858418" y="75565"/>
                  </a:lnTo>
                  <a:lnTo>
                    <a:pt x="858862" y="76835"/>
                  </a:lnTo>
                  <a:lnTo>
                    <a:pt x="861949" y="81026"/>
                  </a:lnTo>
                  <a:lnTo>
                    <a:pt x="865124" y="85471"/>
                  </a:lnTo>
                  <a:lnTo>
                    <a:pt x="890651" y="93853"/>
                  </a:lnTo>
                  <a:lnTo>
                    <a:pt x="893318" y="94488"/>
                  </a:lnTo>
                  <a:lnTo>
                    <a:pt x="909701" y="104902"/>
                  </a:lnTo>
                  <a:lnTo>
                    <a:pt x="909701" y="113538"/>
                  </a:lnTo>
                  <a:lnTo>
                    <a:pt x="907859" y="117348"/>
                  </a:lnTo>
                  <a:lnTo>
                    <a:pt x="907707" y="117348"/>
                  </a:lnTo>
                  <a:lnTo>
                    <a:pt x="900557" y="121793"/>
                  </a:lnTo>
                  <a:lnTo>
                    <a:pt x="895604" y="122936"/>
                  </a:lnTo>
                  <a:lnTo>
                    <a:pt x="884047" y="122936"/>
                  </a:lnTo>
                  <a:lnTo>
                    <a:pt x="878586" y="121793"/>
                  </a:lnTo>
                  <a:lnTo>
                    <a:pt x="872998" y="119507"/>
                  </a:lnTo>
                  <a:lnTo>
                    <a:pt x="867283" y="117348"/>
                  </a:lnTo>
                  <a:lnTo>
                    <a:pt x="862203" y="114173"/>
                  </a:lnTo>
                  <a:lnTo>
                    <a:pt x="857504" y="110363"/>
                  </a:lnTo>
                  <a:lnTo>
                    <a:pt x="856742" y="110363"/>
                  </a:lnTo>
                  <a:lnTo>
                    <a:pt x="856742" y="128524"/>
                  </a:lnTo>
                  <a:lnTo>
                    <a:pt x="860425" y="130556"/>
                  </a:lnTo>
                  <a:lnTo>
                    <a:pt x="864870" y="132461"/>
                  </a:lnTo>
                  <a:lnTo>
                    <a:pt x="870204" y="134112"/>
                  </a:lnTo>
                  <a:lnTo>
                    <a:pt x="875665" y="135890"/>
                  </a:lnTo>
                  <a:lnTo>
                    <a:pt x="881507" y="136652"/>
                  </a:lnTo>
                  <a:lnTo>
                    <a:pt x="887984" y="136652"/>
                  </a:lnTo>
                  <a:lnTo>
                    <a:pt x="920940" y="122936"/>
                  </a:lnTo>
                  <a:lnTo>
                    <a:pt x="921385" y="122555"/>
                  </a:lnTo>
                  <a:lnTo>
                    <a:pt x="924560" y="115316"/>
                  </a:lnTo>
                  <a:lnTo>
                    <a:pt x="924560" y="99568"/>
                  </a:lnTo>
                  <a:close/>
                </a:path>
                <a:path w="1162050" h="171450">
                  <a:moveTo>
                    <a:pt x="959612" y="37973"/>
                  </a:moveTo>
                  <a:lnTo>
                    <a:pt x="945007" y="37973"/>
                  </a:lnTo>
                  <a:lnTo>
                    <a:pt x="945007" y="134366"/>
                  </a:lnTo>
                  <a:lnTo>
                    <a:pt x="959612" y="134366"/>
                  </a:lnTo>
                  <a:lnTo>
                    <a:pt x="959612" y="37973"/>
                  </a:lnTo>
                  <a:close/>
                </a:path>
                <a:path w="1162050" h="171450">
                  <a:moveTo>
                    <a:pt x="960628" y="4953"/>
                  </a:moveTo>
                  <a:lnTo>
                    <a:pt x="944118" y="4953"/>
                  </a:lnTo>
                  <a:lnTo>
                    <a:pt x="944118" y="21844"/>
                  </a:lnTo>
                  <a:lnTo>
                    <a:pt x="960628" y="21844"/>
                  </a:lnTo>
                  <a:lnTo>
                    <a:pt x="960628" y="4953"/>
                  </a:lnTo>
                  <a:close/>
                </a:path>
                <a:path w="1162050" h="171450">
                  <a:moveTo>
                    <a:pt x="1063244" y="134366"/>
                  </a:moveTo>
                  <a:lnTo>
                    <a:pt x="1063193" y="70866"/>
                  </a:lnTo>
                  <a:lnTo>
                    <a:pt x="1058214" y="48641"/>
                  </a:lnTo>
                  <a:lnTo>
                    <a:pt x="1055751" y="44704"/>
                  </a:lnTo>
                  <a:lnTo>
                    <a:pt x="1050925" y="38354"/>
                  </a:lnTo>
                  <a:lnTo>
                    <a:pt x="1043686" y="35306"/>
                  </a:lnTo>
                  <a:lnTo>
                    <a:pt x="1029208" y="35306"/>
                  </a:lnTo>
                  <a:lnTo>
                    <a:pt x="1024255" y="36449"/>
                  </a:lnTo>
                  <a:lnTo>
                    <a:pt x="1019429" y="38862"/>
                  </a:lnTo>
                  <a:lnTo>
                    <a:pt x="1014476" y="41148"/>
                  </a:lnTo>
                  <a:lnTo>
                    <a:pt x="1009777" y="44450"/>
                  </a:lnTo>
                  <a:lnTo>
                    <a:pt x="1005205" y="48641"/>
                  </a:lnTo>
                  <a:lnTo>
                    <a:pt x="1005205" y="37973"/>
                  </a:lnTo>
                  <a:lnTo>
                    <a:pt x="990600" y="37973"/>
                  </a:lnTo>
                  <a:lnTo>
                    <a:pt x="990600" y="134366"/>
                  </a:lnTo>
                  <a:lnTo>
                    <a:pt x="1005205" y="134366"/>
                  </a:lnTo>
                  <a:lnTo>
                    <a:pt x="1005205" y="62357"/>
                  </a:lnTo>
                  <a:lnTo>
                    <a:pt x="1009269" y="58928"/>
                  </a:lnTo>
                  <a:lnTo>
                    <a:pt x="1013333" y="56134"/>
                  </a:lnTo>
                  <a:lnTo>
                    <a:pt x="1017778" y="53975"/>
                  </a:lnTo>
                  <a:lnTo>
                    <a:pt x="1022096" y="51816"/>
                  </a:lnTo>
                  <a:lnTo>
                    <a:pt x="1026287" y="50673"/>
                  </a:lnTo>
                  <a:lnTo>
                    <a:pt x="1034161" y="50673"/>
                  </a:lnTo>
                  <a:lnTo>
                    <a:pt x="1045337" y="57912"/>
                  </a:lnTo>
                  <a:lnTo>
                    <a:pt x="1046607" y="60071"/>
                  </a:lnTo>
                  <a:lnTo>
                    <a:pt x="1047369" y="63119"/>
                  </a:lnTo>
                  <a:lnTo>
                    <a:pt x="1048385" y="70866"/>
                  </a:lnTo>
                  <a:lnTo>
                    <a:pt x="1048639" y="75057"/>
                  </a:lnTo>
                  <a:lnTo>
                    <a:pt x="1048639" y="134366"/>
                  </a:lnTo>
                  <a:lnTo>
                    <a:pt x="1063244" y="134366"/>
                  </a:lnTo>
                  <a:close/>
                </a:path>
                <a:path w="1162050" h="171450">
                  <a:moveTo>
                    <a:pt x="1161542" y="38100"/>
                  </a:moveTo>
                  <a:lnTo>
                    <a:pt x="1147914" y="38100"/>
                  </a:lnTo>
                  <a:lnTo>
                    <a:pt x="1146937" y="42037"/>
                  </a:lnTo>
                  <a:lnTo>
                    <a:pt x="1146937" y="55245"/>
                  </a:lnTo>
                  <a:lnTo>
                    <a:pt x="1146937" y="107823"/>
                  </a:lnTo>
                  <a:lnTo>
                    <a:pt x="1126744" y="117856"/>
                  </a:lnTo>
                  <a:lnTo>
                    <a:pt x="1114552" y="117856"/>
                  </a:lnTo>
                  <a:lnTo>
                    <a:pt x="1108837" y="115062"/>
                  </a:lnTo>
                  <a:lnTo>
                    <a:pt x="1101979" y="103886"/>
                  </a:lnTo>
                  <a:lnTo>
                    <a:pt x="1100353" y="95935"/>
                  </a:lnTo>
                  <a:lnTo>
                    <a:pt x="1100328" y="84963"/>
                  </a:lnTo>
                  <a:lnTo>
                    <a:pt x="1100747" y="76962"/>
                  </a:lnTo>
                  <a:lnTo>
                    <a:pt x="1118108" y="49911"/>
                  </a:lnTo>
                  <a:lnTo>
                    <a:pt x="1129538" y="49911"/>
                  </a:lnTo>
                  <a:lnTo>
                    <a:pt x="1146937" y="55245"/>
                  </a:lnTo>
                  <a:lnTo>
                    <a:pt x="1146937" y="42037"/>
                  </a:lnTo>
                  <a:lnTo>
                    <a:pt x="1128649" y="35306"/>
                  </a:lnTo>
                  <a:lnTo>
                    <a:pt x="1118870" y="35306"/>
                  </a:lnTo>
                  <a:lnTo>
                    <a:pt x="1114044" y="36449"/>
                  </a:lnTo>
                  <a:lnTo>
                    <a:pt x="1109218" y="38735"/>
                  </a:lnTo>
                  <a:lnTo>
                    <a:pt x="1104392" y="40894"/>
                  </a:lnTo>
                  <a:lnTo>
                    <a:pt x="1100328" y="44069"/>
                  </a:lnTo>
                  <a:lnTo>
                    <a:pt x="1093343" y="52578"/>
                  </a:lnTo>
                  <a:lnTo>
                    <a:pt x="1090422" y="57785"/>
                  </a:lnTo>
                  <a:lnTo>
                    <a:pt x="1088364" y="63804"/>
                  </a:lnTo>
                  <a:lnTo>
                    <a:pt x="1086231" y="69850"/>
                  </a:lnTo>
                  <a:lnTo>
                    <a:pt x="1085215" y="76962"/>
                  </a:lnTo>
                  <a:lnTo>
                    <a:pt x="1085215" y="85217"/>
                  </a:lnTo>
                  <a:lnTo>
                    <a:pt x="1099324" y="125882"/>
                  </a:lnTo>
                  <a:lnTo>
                    <a:pt x="1118997" y="132842"/>
                  </a:lnTo>
                  <a:lnTo>
                    <a:pt x="1125220" y="132842"/>
                  </a:lnTo>
                  <a:lnTo>
                    <a:pt x="1129588" y="132080"/>
                  </a:lnTo>
                  <a:lnTo>
                    <a:pt x="1130033" y="132080"/>
                  </a:lnTo>
                  <a:lnTo>
                    <a:pt x="1134364" y="130048"/>
                  </a:lnTo>
                  <a:lnTo>
                    <a:pt x="1138428" y="128016"/>
                  </a:lnTo>
                  <a:lnTo>
                    <a:pt x="1142619" y="125095"/>
                  </a:lnTo>
                  <a:lnTo>
                    <a:pt x="1146937" y="121285"/>
                  </a:lnTo>
                  <a:lnTo>
                    <a:pt x="1146835" y="134848"/>
                  </a:lnTo>
                  <a:lnTo>
                    <a:pt x="1126998" y="156337"/>
                  </a:lnTo>
                  <a:lnTo>
                    <a:pt x="1116838" y="156337"/>
                  </a:lnTo>
                  <a:lnTo>
                    <a:pt x="1111631" y="155575"/>
                  </a:lnTo>
                  <a:lnTo>
                    <a:pt x="1101217" y="152527"/>
                  </a:lnTo>
                  <a:lnTo>
                    <a:pt x="1097534" y="151257"/>
                  </a:lnTo>
                  <a:lnTo>
                    <a:pt x="1095121" y="150114"/>
                  </a:lnTo>
                  <a:lnTo>
                    <a:pt x="1094359" y="150114"/>
                  </a:lnTo>
                  <a:lnTo>
                    <a:pt x="1094359" y="166751"/>
                  </a:lnTo>
                  <a:lnTo>
                    <a:pt x="1098550" y="168021"/>
                  </a:lnTo>
                  <a:lnTo>
                    <a:pt x="1102868" y="169037"/>
                  </a:lnTo>
                  <a:lnTo>
                    <a:pt x="1111631" y="170561"/>
                  </a:lnTo>
                  <a:lnTo>
                    <a:pt x="1116076" y="170942"/>
                  </a:lnTo>
                  <a:lnTo>
                    <a:pt x="1120775" y="170942"/>
                  </a:lnTo>
                  <a:lnTo>
                    <a:pt x="1153553" y="156337"/>
                  </a:lnTo>
                  <a:lnTo>
                    <a:pt x="1155915" y="152844"/>
                  </a:lnTo>
                  <a:lnTo>
                    <a:pt x="1159040" y="144653"/>
                  </a:lnTo>
                  <a:lnTo>
                    <a:pt x="1160919" y="134848"/>
                  </a:lnTo>
                  <a:lnTo>
                    <a:pt x="1161021" y="132842"/>
                  </a:lnTo>
                  <a:lnTo>
                    <a:pt x="1161059" y="132080"/>
                  </a:lnTo>
                  <a:lnTo>
                    <a:pt x="1161186" y="129768"/>
                  </a:lnTo>
                  <a:lnTo>
                    <a:pt x="1161288" y="128016"/>
                  </a:lnTo>
                  <a:lnTo>
                    <a:pt x="1161402" y="125882"/>
                  </a:lnTo>
                  <a:lnTo>
                    <a:pt x="1161440" y="125095"/>
                  </a:lnTo>
                  <a:lnTo>
                    <a:pt x="1161542" y="121285"/>
                  </a:lnTo>
                  <a:lnTo>
                    <a:pt x="1161542" y="117856"/>
                  </a:lnTo>
                  <a:lnTo>
                    <a:pt x="1161542" y="49911"/>
                  </a:lnTo>
                  <a:lnTo>
                    <a:pt x="1161542" y="42037"/>
                  </a:lnTo>
                  <a:lnTo>
                    <a:pt x="1161542" y="38100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21632" y="3202940"/>
              <a:ext cx="160908" cy="12852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608322" y="3197097"/>
              <a:ext cx="731520" cy="170180"/>
            </a:xfrm>
            <a:custGeom>
              <a:avLst/>
              <a:gdLst/>
              <a:ahLst/>
              <a:cxnLst/>
              <a:rect l="l" t="t" r="r" b="b"/>
              <a:pathLst>
                <a:path w="731520" h="170179">
                  <a:moveTo>
                    <a:pt x="48475" y="70358"/>
                  </a:moveTo>
                  <a:lnTo>
                    <a:pt x="0" y="70358"/>
                  </a:lnTo>
                  <a:lnTo>
                    <a:pt x="0" y="85979"/>
                  </a:lnTo>
                  <a:lnTo>
                    <a:pt x="48475" y="85979"/>
                  </a:lnTo>
                  <a:lnTo>
                    <a:pt x="48475" y="70358"/>
                  </a:lnTo>
                  <a:close/>
                </a:path>
                <a:path w="731520" h="170179">
                  <a:moveTo>
                    <a:pt x="148844" y="84963"/>
                  </a:moveTo>
                  <a:lnTo>
                    <a:pt x="139877" y="48006"/>
                  </a:lnTo>
                  <a:lnTo>
                    <a:pt x="135394" y="42646"/>
                  </a:lnTo>
                  <a:lnTo>
                    <a:pt x="133858" y="41554"/>
                  </a:lnTo>
                  <a:lnTo>
                    <a:pt x="133858" y="85471"/>
                  </a:lnTo>
                  <a:lnTo>
                    <a:pt x="133477" y="92837"/>
                  </a:lnTo>
                  <a:lnTo>
                    <a:pt x="116078" y="121666"/>
                  </a:lnTo>
                  <a:lnTo>
                    <a:pt x="104140" y="121666"/>
                  </a:lnTo>
                  <a:lnTo>
                    <a:pt x="87122" y="116332"/>
                  </a:lnTo>
                  <a:lnTo>
                    <a:pt x="87122" y="61722"/>
                  </a:lnTo>
                  <a:lnTo>
                    <a:pt x="107823" y="50673"/>
                  </a:lnTo>
                  <a:lnTo>
                    <a:pt x="119380" y="50673"/>
                  </a:lnTo>
                  <a:lnTo>
                    <a:pt x="125069" y="53721"/>
                  </a:lnTo>
                  <a:lnTo>
                    <a:pt x="124917" y="53721"/>
                  </a:lnTo>
                  <a:lnTo>
                    <a:pt x="128524" y="59309"/>
                  </a:lnTo>
                  <a:lnTo>
                    <a:pt x="130848" y="64223"/>
                  </a:lnTo>
                  <a:lnTo>
                    <a:pt x="132511" y="70205"/>
                  </a:lnTo>
                  <a:lnTo>
                    <a:pt x="133515" y="77279"/>
                  </a:lnTo>
                  <a:lnTo>
                    <a:pt x="133832" y="84963"/>
                  </a:lnTo>
                  <a:lnTo>
                    <a:pt x="133858" y="85471"/>
                  </a:lnTo>
                  <a:lnTo>
                    <a:pt x="133858" y="41554"/>
                  </a:lnTo>
                  <a:lnTo>
                    <a:pt x="129705" y="38569"/>
                  </a:lnTo>
                  <a:lnTo>
                    <a:pt x="123151" y="36118"/>
                  </a:lnTo>
                  <a:lnTo>
                    <a:pt x="115697" y="35306"/>
                  </a:lnTo>
                  <a:lnTo>
                    <a:pt x="110236" y="35306"/>
                  </a:lnTo>
                  <a:lnTo>
                    <a:pt x="105029" y="36449"/>
                  </a:lnTo>
                  <a:lnTo>
                    <a:pt x="100203" y="38989"/>
                  </a:lnTo>
                  <a:lnTo>
                    <a:pt x="95377" y="41402"/>
                  </a:lnTo>
                  <a:lnTo>
                    <a:pt x="91059" y="44450"/>
                  </a:lnTo>
                  <a:lnTo>
                    <a:pt x="87122" y="48006"/>
                  </a:lnTo>
                  <a:lnTo>
                    <a:pt x="87122" y="37973"/>
                  </a:lnTo>
                  <a:lnTo>
                    <a:pt x="72517" y="37973"/>
                  </a:lnTo>
                  <a:lnTo>
                    <a:pt x="72517" y="169926"/>
                  </a:lnTo>
                  <a:lnTo>
                    <a:pt x="87122" y="169926"/>
                  </a:lnTo>
                  <a:lnTo>
                    <a:pt x="87122" y="129540"/>
                  </a:lnTo>
                  <a:lnTo>
                    <a:pt x="90932" y="131826"/>
                  </a:lnTo>
                  <a:lnTo>
                    <a:pt x="94615" y="133477"/>
                  </a:lnTo>
                  <a:lnTo>
                    <a:pt x="101981" y="135763"/>
                  </a:lnTo>
                  <a:lnTo>
                    <a:pt x="106045" y="136271"/>
                  </a:lnTo>
                  <a:lnTo>
                    <a:pt x="115697" y="136271"/>
                  </a:lnTo>
                  <a:lnTo>
                    <a:pt x="120650" y="135128"/>
                  </a:lnTo>
                  <a:lnTo>
                    <a:pt x="125222" y="132715"/>
                  </a:lnTo>
                  <a:lnTo>
                    <a:pt x="129921" y="130429"/>
                  </a:lnTo>
                  <a:lnTo>
                    <a:pt x="130975" y="129540"/>
                  </a:lnTo>
                  <a:lnTo>
                    <a:pt x="133858" y="127127"/>
                  </a:lnTo>
                  <a:lnTo>
                    <a:pt x="138303" y="121666"/>
                  </a:lnTo>
                  <a:lnTo>
                    <a:pt x="140970" y="118364"/>
                  </a:lnTo>
                  <a:lnTo>
                    <a:pt x="143891" y="112903"/>
                  </a:lnTo>
                  <a:lnTo>
                    <a:pt x="147955" y="99949"/>
                  </a:lnTo>
                  <a:lnTo>
                    <a:pt x="148844" y="92837"/>
                  </a:lnTo>
                  <a:lnTo>
                    <a:pt x="148844" y="84963"/>
                  </a:lnTo>
                  <a:close/>
                </a:path>
                <a:path w="731520" h="170179">
                  <a:moveTo>
                    <a:pt x="247142" y="86233"/>
                  </a:moveTo>
                  <a:lnTo>
                    <a:pt x="246443" y="75044"/>
                  </a:lnTo>
                  <a:lnTo>
                    <a:pt x="244386" y="65100"/>
                  </a:lnTo>
                  <a:lnTo>
                    <a:pt x="240969" y="56375"/>
                  </a:lnTo>
                  <a:lnTo>
                    <a:pt x="236461" y="49276"/>
                  </a:lnTo>
                  <a:lnTo>
                    <a:pt x="236220" y="48895"/>
                  </a:lnTo>
                  <a:lnTo>
                    <a:pt x="232029" y="44704"/>
                  </a:lnTo>
                  <a:lnTo>
                    <a:pt x="232029" y="86233"/>
                  </a:lnTo>
                  <a:lnTo>
                    <a:pt x="231597" y="94818"/>
                  </a:lnTo>
                  <a:lnTo>
                    <a:pt x="214884" y="123063"/>
                  </a:lnTo>
                  <a:lnTo>
                    <a:pt x="199136" y="123063"/>
                  </a:lnTo>
                  <a:lnTo>
                    <a:pt x="193281" y="120015"/>
                  </a:lnTo>
                  <a:lnTo>
                    <a:pt x="193116" y="120015"/>
                  </a:lnTo>
                  <a:lnTo>
                    <a:pt x="182118" y="86233"/>
                  </a:lnTo>
                  <a:lnTo>
                    <a:pt x="182511" y="77431"/>
                  </a:lnTo>
                  <a:lnTo>
                    <a:pt x="199136" y="49276"/>
                  </a:lnTo>
                  <a:lnTo>
                    <a:pt x="214884" y="49276"/>
                  </a:lnTo>
                  <a:lnTo>
                    <a:pt x="232029" y="86233"/>
                  </a:lnTo>
                  <a:lnTo>
                    <a:pt x="232029" y="44704"/>
                  </a:lnTo>
                  <a:lnTo>
                    <a:pt x="230314" y="42976"/>
                  </a:lnTo>
                  <a:lnTo>
                    <a:pt x="223469" y="38722"/>
                  </a:lnTo>
                  <a:lnTo>
                    <a:pt x="215696" y="36169"/>
                  </a:lnTo>
                  <a:lnTo>
                    <a:pt x="207010" y="35306"/>
                  </a:lnTo>
                  <a:lnTo>
                    <a:pt x="198310" y="36169"/>
                  </a:lnTo>
                  <a:lnTo>
                    <a:pt x="169684" y="65100"/>
                  </a:lnTo>
                  <a:lnTo>
                    <a:pt x="167005" y="86233"/>
                  </a:lnTo>
                  <a:lnTo>
                    <a:pt x="167665" y="97358"/>
                  </a:lnTo>
                  <a:lnTo>
                    <a:pt x="190538" y="133629"/>
                  </a:lnTo>
                  <a:lnTo>
                    <a:pt x="207010" y="137033"/>
                  </a:lnTo>
                  <a:lnTo>
                    <a:pt x="215696" y="136182"/>
                  </a:lnTo>
                  <a:lnTo>
                    <a:pt x="223469" y="133629"/>
                  </a:lnTo>
                  <a:lnTo>
                    <a:pt x="230314" y="129374"/>
                  </a:lnTo>
                  <a:lnTo>
                    <a:pt x="236220" y="123444"/>
                  </a:lnTo>
                  <a:lnTo>
                    <a:pt x="236461" y="123063"/>
                  </a:lnTo>
                  <a:lnTo>
                    <a:pt x="240969" y="115976"/>
                  </a:lnTo>
                  <a:lnTo>
                    <a:pt x="244386" y="107276"/>
                  </a:lnTo>
                  <a:lnTo>
                    <a:pt x="246443" y="97358"/>
                  </a:lnTo>
                  <a:lnTo>
                    <a:pt x="247142" y="86233"/>
                  </a:lnTo>
                  <a:close/>
                </a:path>
                <a:path w="731520" h="170179">
                  <a:moveTo>
                    <a:pt x="379857" y="37973"/>
                  </a:moveTo>
                  <a:lnTo>
                    <a:pt x="365125" y="37973"/>
                  </a:lnTo>
                  <a:lnTo>
                    <a:pt x="350012" y="112649"/>
                  </a:lnTo>
                  <a:lnTo>
                    <a:pt x="334352" y="60071"/>
                  </a:lnTo>
                  <a:lnTo>
                    <a:pt x="327787" y="37973"/>
                  </a:lnTo>
                  <a:lnTo>
                    <a:pt x="315849" y="37973"/>
                  </a:lnTo>
                  <a:lnTo>
                    <a:pt x="294132" y="112649"/>
                  </a:lnTo>
                  <a:lnTo>
                    <a:pt x="278257" y="37973"/>
                  </a:lnTo>
                  <a:lnTo>
                    <a:pt x="263017" y="37973"/>
                  </a:lnTo>
                  <a:lnTo>
                    <a:pt x="285750" y="134366"/>
                  </a:lnTo>
                  <a:lnTo>
                    <a:pt x="299212" y="134366"/>
                  </a:lnTo>
                  <a:lnTo>
                    <a:pt x="305701" y="112649"/>
                  </a:lnTo>
                  <a:lnTo>
                    <a:pt x="321437" y="60071"/>
                  </a:lnTo>
                  <a:lnTo>
                    <a:pt x="343662" y="134366"/>
                  </a:lnTo>
                  <a:lnTo>
                    <a:pt x="357251" y="134366"/>
                  </a:lnTo>
                  <a:lnTo>
                    <a:pt x="362343" y="112649"/>
                  </a:lnTo>
                  <a:lnTo>
                    <a:pt x="379857" y="37973"/>
                  </a:lnTo>
                  <a:close/>
                </a:path>
                <a:path w="731520" h="170179">
                  <a:moveTo>
                    <a:pt x="474345" y="78994"/>
                  </a:moveTo>
                  <a:lnTo>
                    <a:pt x="474129" y="75539"/>
                  </a:lnTo>
                  <a:lnTo>
                    <a:pt x="473748" y="69113"/>
                  </a:lnTo>
                  <a:lnTo>
                    <a:pt x="471957" y="60426"/>
                  </a:lnTo>
                  <a:lnTo>
                    <a:pt x="468985" y="52920"/>
                  </a:lnTo>
                  <a:lnTo>
                    <a:pt x="466153" y="48641"/>
                  </a:lnTo>
                  <a:lnTo>
                    <a:pt x="464820" y="46609"/>
                  </a:lnTo>
                  <a:lnTo>
                    <a:pt x="460121" y="42227"/>
                  </a:lnTo>
                  <a:lnTo>
                    <a:pt x="460121" y="66929"/>
                  </a:lnTo>
                  <a:lnTo>
                    <a:pt x="460121" y="75539"/>
                  </a:lnTo>
                  <a:lnTo>
                    <a:pt x="410451" y="75539"/>
                  </a:lnTo>
                  <a:lnTo>
                    <a:pt x="410984" y="69113"/>
                  </a:lnTo>
                  <a:lnTo>
                    <a:pt x="411099" y="67818"/>
                  </a:lnTo>
                  <a:lnTo>
                    <a:pt x="413639" y="61468"/>
                  </a:lnTo>
                  <a:lnTo>
                    <a:pt x="418338" y="56388"/>
                  </a:lnTo>
                  <a:lnTo>
                    <a:pt x="422910" y="51181"/>
                  </a:lnTo>
                  <a:lnTo>
                    <a:pt x="429133" y="48641"/>
                  </a:lnTo>
                  <a:lnTo>
                    <a:pt x="444754" y="48641"/>
                  </a:lnTo>
                  <a:lnTo>
                    <a:pt x="450596" y="50927"/>
                  </a:lnTo>
                  <a:lnTo>
                    <a:pt x="455282" y="56730"/>
                  </a:lnTo>
                  <a:lnTo>
                    <a:pt x="458241" y="60426"/>
                  </a:lnTo>
                  <a:lnTo>
                    <a:pt x="460121" y="66929"/>
                  </a:lnTo>
                  <a:lnTo>
                    <a:pt x="460121" y="42227"/>
                  </a:lnTo>
                  <a:lnTo>
                    <a:pt x="459549" y="41694"/>
                  </a:lnTo>
                  <a:lnTo>
                    <a:pt x="453288" y="38150"/>
                  </a:lnTo>
                  <a:lnTo>
                    <a:pt x="446024" y="36029"/>
                  </a:lnTo>
                  <a:lnTo>
                    <a:pt x="437769" y="35306"/>
                  </a:lnTo>
                  <a:lnTo>
                    <a:pt x="428713" y="36169"/>
                  </a:lnTo>
                  <a:lnTo>
                    <a:pt x="398475" y="65519"/>
                  </a:lnTo>
                  <a:lnTo>
                    <a:pt x="395605" y="86741"/>
                  </a:lnTo>
                  <a:lnTo>
                    <a:pt x="396354" y="97980"/>
                  </a:lnTo>
                  <a:lnTo>
                    <a:pt x="398589" y="107696"/>
                  </a:lnTo>
                  <a:lnTo>
                    <a:pt x="398627" y="107873"/>
                  </a:lnTo>
                  <a:lnTo>
                    <a:pt x="431380" y="135890"/>
                  </a:lnTo>
                  <a:lnTo>
                    <a:pt x="431825" y="135890"/>
                  </a:lnTo>
                  <a:lnTo>
                    <a:pt x="441452" y="136652"/>
                  </a:lnTo>
                  <a:lnTo>
                    <a:pt x="447040" y="136652"/>
                  </a:lnTo>
                  <a:lnTo>
                    <a:pt x="452501" y="135890"/>
                  </a:lnTo>
                  <a:lnTo>
                    <a:pt x="457581" y="134239"/>
                  </a:lnTo>
                  <a:lnTo>
                    <a:pt x="462661" y="132715"/>
                  </a:lnTo>
                  <a:lnTo>
                    <a:pt x="467741" y="130810"/>
                  </a:lnTo>
                  <a:lnTo>
                    <a:pt x="472694" y="128524"/>
                  </a:lnTo>
                  <a:lnTo>
                    <a:pt x="472694" y="122428"/>
                  </a:lnTo>
                  <a:lnTo>
                    <a:pt x="472694" y="110744"/>
                  </a:lnTo>
                  <a:lnTo>
                    <a:pt x="471932" y="110744"/>
                  </a:lnTo>
                  <a:lnTo>
                    <a:pt x="469392" y="113284"/>
                  </a:lnTo>
                  <a:lnTo>
                    <a:pt x="465074" y="115951"/>
                  </a:lnTo>
                  <a:lnTo>
                    <a:pt x="459105" y="118491"/>
                  </a:lnTo>
                  <a:lnTo>
                    <a:pt x="453136" y="121158"/>
                  </a:lnTo>
                  <a:lnTo>
                    <a:pt x="447167" y="122428"/>
                  </a:lnTo>
                  <a:lnTo>
                    <a:pt x="436753" y="122428"/>
                  </a:lnTo>
                  <a:lnTo>
                    <a:pt x="432689" y="121793"/>
                  </a:lnTo>
                  <a:lnTo>
                    <a:pt x="425323" y="118999"/>
                  </a:lnTo>
                  <a:lnTo>
                    <a:pt x="422148" y="116967"/>
                  </a:lnTo>
                  <a:lnTo>
                    <a:pt x="419481" y="114173"/>
                  </a:lnTo>
                  <a:lnTo>
                    <a:pt x="416687" y="111379"/>
                  </a:lnTo>
                  <a:lnTo>
                    <a:pt x="414502" y="107873"/>
                  </a:lnTo>
                  <a:lnTo>
                    <a:pt x="414401" y="107696"/>
                  </a:lnTo>
                  <a:lnTo>
                    <a:pt x="412877" y="103378"/>
                  </a:lnTo>
                  <a:lnTo>
                    <a:pt x="411226" y="98933"/>
                  </a:lnTo>
                  <a:lnTo>
                    <a:pt x="410464" y="93726"/>
                  </a:lnTo>
                  <a:lnTo>
                    <a:pt x="410464" y="87884"/>
                  </a:lnTo>
                  <a:lnTo>
                    <a:pt x="474345" y="87884"/>
                  </a:lnTo>
                  <a:lnTo>
                    <a:pt x="474345" y="78994"/>
                  </a:lnTo>
                  <a:close/>
                </a:path>
                <a:path w="731520" h="170179">
                  <a:moveTo>
                    <a:pt x="550418" y="38989"/>
                  </a:moveTo>
                  <a:lnTo>
                    <a:pt x="548132" y="38608"/>
                  </a:lnTo>
                  <a:lnTo>
                    <a:pt x="546354" y="38354"/>
                  </a:lnTo>
                  <a:lnTo>
                    <a:pt x="545211" y="38100"/>
                  </a:lnTo>
                  <a:lnTo>
                    <a:pt x="534492" y="38100"/>
                  </a:lnTo>
                  <a:lnTo>
                    <a:pt x="530606" y="38989"/>
                  </a:lnTo>
                  <a:lnTo>
                    <a:pt x="521716" y="43307"/>
                  </a:lnTo>
                  <a:lnTo>
                    <a:pt x="516636" y="46990"/>
                  </a:lnTo>
                  <a:lnTo>
                    <a:pt x="510794" y="52197"/>
                  </a:lnTo>
                  <a:lnTo>
                    <a:pt x="510794" y="38100"/>
                  </a:lnTo>
                  <a:lnTo>
                    <a:pt x="496189" y="38100"/>
                  </a:lnTo>
                  <a:lnTo>
                    <a:pt x="496189" y="134366"/>
                  </a:lnTo>
                  <a:lnTo>
                    <a:pt x="510794" y="134366"/>
                  </a:lnTo>
                  <a:lnTo>
                    <a:pt x="510794" y="65913"/>
                  </a:lnTo>
                  <a:lnTo>
                    <a:pt x="514731" y="62357"/>
                  </a:lnTo>
                  <a:lnTo>
                    <a:pt x="518795" y="59563"/>
                  </a:lnTo>
                  <a:lnTo>
                    <a:pt x="522986" y="57277"/>
                  </a:lnTo>
                  <a:lnTo>
                    <a:pt x="527177" y="55118"/>
                  </a:lnTo>
                  <a:lnTo>
                    <a:pt x="531495" y="53975"/>
                  </a:lnTo>
                  <a:lnTo>
                    <a:pt x="538734" y="53975"/>
                  </a:lnTo>
                  <a:lnTo>
                    <a:pt x="541147" y="54102"/>
                  </a:lnTo>
                  <a:lnTo>
                    <a:pt x="545338" y="54610"/>
                  </a:lnTo>
                  <a:lnTo>
                    <a:pt x="547370" y="55118"/>
                  </a:lnTo>
                  <a:lnTo>
                    <a:pt x="549529" y="55626"/>
                  </a:lnTo>
                  <a:lnTo>
                    <a:pt x="550418" y="55626"/>
                  </a:lnTo>
                  <a:lnTo>
                    <a:pt x="550418" y="53975"/>
                  </a:lnTo>
                  <a:lnTo>
                    <a:pt x="550418" y="52197"/>
                  </a:lnTo>
                  <a:lnTo>
                    <a:pt x="550418" y="38989"/>
                  </a:lnTo>
                  <a:close/>
                </a:path>
                <a:path w="731520" h="170179">
                  <a:moveTo>
                    <a:pt x="638937" y="78994"/>
                  </a:moveTo>
                  <a:lnTo>
                    <a:pt x="638721" y="75539"/>
                  </a:lnTo>
                  <a:lnTo>
                    <a:pt x="638340" y="69113"/>
                  </a:lnTo>
                  <a:lnTo>
                    <a:pt x="636549" y="60426"/>
                  </a:lnTo>
                  <a:lnTo>
                    <a:pt x="633577" y="52920"/>
                  </a:lnTo>
                  <a:lnTo>
                    <a:pt x="630745" y="48641"/>
                  </a:lnTo>
                  <a:lnTo>
                    <a:pt x="629412" y="46609"/>
                  </a:lnTo>
                  <a:lnTo>
                    <a:pt x="624713" y="42227"/>
                  </a:lnTo>
                  <a:lnTo>
                    <a:pt x="624713" y="66929"/>
                  </a:lnTo>
                  <a:lnTo>
                    <a:pt x="624713" y="75539"/>
                  </a:lnTo>
                  <a:lnTo>
                    <a:pt x="575043" y="75539"/>
                  </a:lnTo>
                  <a:lnTo>
                    <a:pt x="575576" y="69113"/>
                  </a:lnTo>
                  <a:lnTo>
                    <a:pt x="575691" y="67818"/>
                  </a:lnTo>
                  <a:lnTo>
                    <a:pt x="578231" y="61468"/>
                  </a:lnTo>
                  <a:lnTo>
                    <a:pt x="582930" y="56388"/>
                  </a:lnTo>
                  <a:lnTo>
                    <a:pt x="587502" y="51181"/>
                  </a:lnTo>
                  <a:lnTo>
                    <a:pt x="593725" y="48641"/>
                  </a:lnTo>
                  <a:lnTo>
                    <a:pt x="609346" y="48641"/>
                  </a:lnTo>
                  <a:lnTo>
                    <a:pt x="615188" y="50927"/>
                  </a:lnTo>
                  <a:lnTo>
                    <a:pt x="619874" y="56730"/>
                  </a:lnTo>
                  <a:lnTo>
                    <a:pt x="622833" y="60426"/>
                  </a:lnTo>
                  <a:lnTo>
                    <a:pt x="624713" y="66929"/>
                  </a:lnTo>
                  <a:lnTo>
                    <a:pt x="624713" y="42227"/>
                  </a:lnTo>
                  <a:lnTo>
                    <a:pt x="624141" y="41694"/>
                  </a:lnTo>
                  <a:lnTo>
                    <a:pt x="617880" y="38150"/>
                  </a:lnTo>
                  <a:lnTo>
                    <a:pt x="610616" y="36029"/>
                  </a:lnTo>
                  <a:lnTo>
                    <a:pt x="602361" y="35306"/>
                  </a:lnTo>
                  <a:lnTo>
                    <a:pt x="593305" y="36169"/>
                  </a:lnTo>
                  <a:lnTo>
                    <a:pt x="563067" y="65519"/>
                  </a:lnTo>
                  <a:lnTo>
                    <a:pt x="560197" y="86741"/>
                  </a:lnTo>
                  <a:lnTo>
                    <a:pt x="560946" y="97980"/>
                  </a:lnTo>
                  <a:lnTo>
                    <a:pt x="563181" y="107696"/>
                  </a:lnTo>
                  <a:lnTo>
                    <a:pt x="563219" y="107873"/>
                  </a:lnTo>
                  <a:lnTo>
                    <a:pt x="595972" y="135890"/>
                  </a:lnTo>
                  <a:lnTo>
                    <a:pt x="596417" y="135890"/>
                  </a:lnTo>
                  <a:lnTo>
                    <a:pt x="606044" y="136652"/>
                  </a:lnTo>
                  <a:lnTo>
                    <a:pt x="611632" y="136652"/>
                  </a:lnTo>
                  <a:lnTo>
                    <a:pt x="617093" y="135890"/>
                  </a:lnTo>
                  <a:lnTo>
                    <a:pt x="622173" y="134239"/>
                  </a:lnTo>
                  <a:lnTo>
                    <a:pt x="627253" y="132715"/>
                  </a:lnTo>
                  <a:lnTo>
                    <a:pt x="632333" y="130810"/>
                  </a:lnTo>
                  <a:lnTo>
                    <a:pt x="637286" y="128524"/>
                  </a:lnTo>
                  <a:lnTo>
                    <a:pt x="637286" y="122428"/>
                  </a:lnTo>
                  <a:lnTo>
                    <a:pt x="637286" y="110744"/>
                  </a:lnTo>
                  <a:lnTo>
                    <a:pt x="636524" y="110744"/>
                  </a:lnTo>
                  <a:lnTo>
                    <a:pt x="633984" y="113284"/>
                  </a:lnTo>
                  <a:lnTo>
                    <a:pt x="629666" y="115951"/>
                  </a:lnTo>
                  <a:lnTo>
                    <a:pt x="623697" y="118491"/>
                  </a:lnTo>
                  <a:lnTo>
                    <a:pt x="617728" y="121158"/>
                  </a:lnTo>
                  <a:lnTo>
                    <a:pt x="611759" y="122428"/>
                  </a:lnTo>
                  <a:lnTo>
                    <a:pt x="601345" y="122428"/>
                  </a:lnTo>
                  <a:lnTo>
                    <a:pt x="597281" y="121793"/>
                  </a:lnTo>
                  <a:lnTo>
                    <a:pt x="589915" y="118999"/>
                  </a:lnTo>
                  <a:lnTo>
                    <a:pt x="586740" y="116967"/>
                  </a:lnTo>
                  <a:lnTo>
                    <a:pt x="584073" y="114173"/>
                  </a:lnTo>
                  <a:lnTo>
                    <a:pt x="581279" y="111379"/>
                  </a:lnTo>
                  <a:lnTo>
                    <a:pt x="579094" y="107873"/>
                  </a:lnTo>
                  <a:lnTo>
                    <a:pt x="578993" y="107696"/>
                  </a:lnTo>
                  <a:lnTo>
                    <a:pt x="577469" y="103378"/>
                  </a:lnTo>
                  <a:lnTo>
                    <a:pt x="575818" y="98933"/>
                  </a:lnTo>
                  <a:lnTo>
                    <a:pt x="575056" y="93726"/>
                  </a:lnTo>
                  <a:lnTo>
                    <a:pt x="575056" y="87884"/>
                  </a:lnTo>
                  <a:lnTo>
                    <a:pt x="638937" y="87884"/>
                  </a:lnTo>
                  <a:lnTo>
                    <a:pt x="638937" y="78994"/>
                  </a:lnTo>
                  <a:close/>
                </a:path>
                <a:path w="731520" h="170179">
                  <a:moveTo>
                    <a:pt x="731139" y="0"/>
                  </a:moveTo>
                  <a:lnTo>
                    <a:pt x="716534" y="0"/>
                  </a:lnTo>
                  <a:lnTo>
                    <a:pt x="716534" y="41783"/>
                  </a:lnTo>
                  <a:lnTo>
                    <a:pt x="716534" y="55245"/>
                  </a:lnTo>
                  <a:lnTo>
                    <a:pt x="716534" y="110617"/>
                  </a:lnTo>
                  <a:lnTo>
                    <a:pt x="712851" y="113792"/>
                  </a:lnTo>
                  <a:lnTo>
                    <a:pt x="708901" y="116471"/>
                  </a:lnTo>
                  <a:lnTo>
                    <a:pt x="704443" y="118618"/>
                  </a:lnTo>
                  <a:lnTo>
                    <a:pt x="700405" y="120523"/>
                  </a:lnTo>
                  <a:lnTo>
                    <a:pt x="696214" y="121539"/>
                  </a:lnTo>
                  <a:lnTo>
                    <a:pt x="684403" y="121539"/>
                  </a:lnTo>
                  <a:lnTo>
                    <a:pt x="669925" y="86487"/>
                  </a:lnTo>
                  <a:lnTo>
                    <a:pt x="670318" y="78740"/>
                  </a:lnTo>
                  <a:lnTo>
                    <a:pt x="670344" y="78308"/>
                  </a:lnTo>
                  <a:lnTo>
                    <a:pt x="671550" y="71501"/>
                  </a:lnTo>
                  <a:lnTo>
                    <a:pt x="671639" y="71081"/>
                  </a:lnTo>
                  <a:lnTo>
                    <a:pt x="673709" y="65024"/>
                  </a:lnTo>
                  <a:lnTo>
                    <a:pt x="673773" y="64833"/>
                  </a:lnTo>
                  <a:lnTo>
                    <a:pt x="676783" y="59563"/>
                  </a:lnTo>
                  <a:lnTo>
                    <a:pt x="681228" y="53340"/>
                  </a:lnTo>
                  <a:lnTo>
                    <a:pt x="687705" y="50165"/>
                  </a:lnTo>
                  <a:lnTo>
                    <a:pt x="699516" y="50165"/>
                  </a:lnTo>
                  <a:lnTo>
                    <a:pt x="716534" y="55245"/>
                  </a:lnTo>
                  <a:lnTo>
                    <a:pt x="716534" y="41783"/>
                  </a:lnTo>
                  <a:lnTo>
                    <a:pt x="697865" y="35306"/>
                  </a:lnTo>
                  <a:lnTo>
                    <a:pt x="688340" y="35306"/>
                  </a:lnTo>
                  <a:lnTo>
                    <a:pt x="658050" y="64833"/>
                  </a:lnTo>
                  <a:lnTo>
                    <a:pt x="655828" y="71501"/>
                  </a:lnTo>
                  <a:lnTo>
                    <a:pt x="654862" y="78308"/>
                  </a:lnTo>
                  <a:lnTo>
                    <a:pt x="654812" y="86868"/>
                  </a:lnTo>
                  <a:lnTo>
                    <a:pt x="655383" y="98044"/>
                  </a:lnTo>
                  <a:lnTo>
                    <a:pt x="674776" y="133731"/>
                  </a:lnTo>
                  <a:lnTo>
                    <a:pt x="688594" y="137033"/>
                  </a:lnTo>
                  <a:lnTo>
                    <a:pt x="693928" y="137033"/>
                  </a:lnTo>
                  <a:lnTo>
                    <a:pt x="716534" y="124206"/>
                  </a:lnTo>
                  <a:lnTo>
                    <a:pt x="716534" y="134366"/>
                  </a:lnTo>
                  <a:lnTo>
                    <a:pt x="731139" y="134366"/>
                  </a:lnTo>
                  <a:lnTo>
                    <a:pt x="731139" y="124206"/>
                  </a:lnTo>
                  <a:lnTo>
                    <a:pt x="731139" y="121539"/>
                  </a:lnTo>
                  <a:lnTo>
                    <a:pt x="731139" y="50165"/>
                  </a:lnTo>
                  <a:lnTo>
                    <a:pt x="731139" y="41783"/>
                  </a:lnTo>
                  <a:lnTo>
                    <a:pt x="731139" y="0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04468" y="3377895"/>
            <a:ext cx="1098550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risk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scoring.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800725" y="1855470"/>
            <a:ext cx="5010150" cy="1952625"/>
            <a:chOff x="5800725" y="1855470"/>
            <a:chExt cx="5010150" cy="1952625"/>
          </a:xfrm>
        </p:grpSpPr>
        <p:sp>
          <p:nvSpPr>
            <p:cNvPr id="18" name="object 18" descr=""/>
            <p:cNvSpPr/>
            <p:nvPr/>
          </p:nvSpPr>
          <p:spPr>
            <a:xfrm>
              <a:off x="5810250" y="1864995"/>
              <a:ext cx="4991100" cy="1933575"/>
            </a:xfrm>
            <a:custGeom>
              <a:avLst/>
              <a:gdLst/>
              <a:ahLst/>
              <a:cxnLst/>
              <a:rect l="l" t="t" r="r" b="b"/>
              <a:pathLst>
                <a:path w="4991100" h="1933575">
                  <a:moveTo>
                    <a:pt x="4942078" y="0"/>
                  </a:moveTo>
                  <a:lnTo>
                    <a:pt x="49022" y="0"/>
                  </a:lnTo>
                  <a:lnTo>
                    <a:pt x="45592" y="380"/>
                  </a:lnTo>
                  <a:lnTo>
                    <a:pt x="10795" y="20447"/>
                  </a:lnTo>
                  <a:lnTo>
                    <a:pt x="0" y="49022"/>
                  </a:lnTo>
                  <a:lnTo>
                    <a:pt x="0" y="1884552"/>
                  </a:lnTo>
                  <a:lnTo>
                    <a:pt x="17779" y="1920620"/>
                  </a:lnTo>
                  <a:lnTo>
                    <a:pt x="49022" y="1933575"/>
                  </a:lnTo>
                  <a:lnTo>
                    <a:pt x="4942078" y="1933575"/>
                  </a:lnTo>
                  <a:lnTo>
                    <a:pt x="4978146" y="1915795"/>
                  </a:lnTo>
                  <a:lnTo>
                    <a:pt x="4991100" y="1884552"/>
                  </a:lnTo>
                  <a:lnTo>
                    <a:pt x="4991100" y="49022"/>
                  </a:lnTo>
                  <a:lnTo>
                    <a:pt x="4973320" y="12953"/>
                  </a:lnTo>
                  <a:lnTo>
                    <a:pt x="4945507" y="380"/>
                  </a:lnTo>
                  <a:lnTo>
                    <a:pt x="4942078" y="0"/>
                  </a:lnTo>
                  <a:close/>
                </a:path>
              </a:pathLst>
            </a:custGeom>
            <a:solidFill>
              <a:srgbClr val="0E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810250" y="1864995"/>
              <a:ext cx="4991100" cy="1933575"/>
            </a:xfrm>
            <a:custGeom>
              <a:avLst/>
              <a:gdLst/>
              <a:ahLst/>
              <a:cxnLst/>
              <a:rect l="l" t="t" r="r" b="b"/>
              <a:pathLst>
                <a:path w="4991100" h="1933575">
                  <a:moveTo>
                    <a:pt x="0" y="1881124"/>
                  </a:moveTo>
                  <a:lnTo>
                    <a:pt x="0" y="52450"/>
                  </a:lnTo>
                  <a:lnTo>
                    <a:pt x="0" y="49022"/>
                  </a:lnTo>
                  <a:lnTo>
                    <a:pt x="380" y="45592"/>
                  </a:lnTo>
                  <a:lnTo>
                    <a:pt x="15366" y="15366"/>
                  </a:lnTo>
                  <a:lnTo>
                    <a:pt x="17779" y="12953"/>
                  </a:lnTo>
                  <a:lnTo>
                    <a:pt x="20447" y="10795"/>
                  </a:lnTo>
                  <a:lnTo>
                    <a:pt x="23367" y="8889"/>
                  </a:lnTo>
                  <a:lnTo>
                    <a:pt x="26162" y="6985"/>
                  </a:lnTo>
                  <a:lnTo>
                    <a:pt x="42290" y="1015"/>
                  </a:lnTo>
                  <a:lnTo>
                    <a:pt x="45592" y="380"/>
                  </a:lnTo>
                  <a:lnTo>
                    <a:pt x="49022" y="0"/>
                  </a:lnTo>
                  <a:lnTo>
                    <a:pt x="52450" y="0"/>
                  </a:lnTo>
                  <a:lnTo>
                    <a:pt x="4938649" y="0"/>
                  </a:lnTo>
                  <a:lnTo>
                    <a:pt x="4942078" y="0"/>
                  </a:lnTo>
                  <a:lnTo>
                    <a:pt x="4945507" y="380"/>
                  </a:lnTo>
                  <a:lnTo>
                    <a:pt x="4948808" y="1015"/>
                  </a:lnTo>
                  <a:lnTo>
                    <a:pt x="4952238" y="1650"/>
                  </a:lnTo>
                  <a:lnTo>
                    <a:pt x="4967732" y="8889"/>
                  </a:lnTo>
                  <a:lnTo>
                    <a:pt x="4970653" y="10795"/>
                  </a:lnTo>
                  <a:lnTo>
                    <a:pt x="4973320" y="12953"/>
                  </a:lnTo>
                  <a:lnTo>
                    <a:pt x="4975733" y="15366"/>
                  </a:lnTo>
                  <a:lnTo>
                    <a:pt x="4978146" y="17779"/>
                  </a:lnTo>
                  <a:lnTo>
                    <a:pt x="4980305" y="20447"/>
                  </a:lnTo>
                  <a:lnTo>
                    <a:pt x="4982209" y="23367"/>
                  </a:lnTo>
                  <a:lnTo>
                    <a:pt x="4984115" y="26162"/>
                  </a:lnTo>
                  <a:lnTo>
                    <a:pt x="4985766" y="29210"/>
                  </a:lnTo>
                  <a:lnTo>
                    <a:pt x="4987035" y="32385"/>
                  </a:lnTo>
                  <a:lnTo>
                    <a:pt x="4988433" y="35560"/>
                  </a:lnTo>
                  <a:lnTo>
                    <a:pt x="4989449" y="38862"/>
                  </a:lnTo>
                  <a:lnTo>
                    <a:pt x="4990083" y="42290"/>
                  </a:lnTo>
                  <a:lnTo>
                    <a:pt x="4990719" y="45592"/>
                  </a:lnTo>
                  <a:lnTo>
                    <a:pt x="4991100" y="49022"/>
                  </a:lnTo>
                  <a:lnTo>
                    <a:pt x="4991100" y="52450"/>
                  </a:lnTo>
                  <a:lnTo>
                    <a:pt x="4991100" y="1881124"/>
                  </a:lnTo>
                  <a:lnTo>
                    <a:pt x="4991100" y="1884552"/>
                  </a:lnTo>
                  <a:lnTo>
                    <a:pt x="4990719" y="1887982"/>
                  </a:lnTo>
                  <a:lnTo>
                    <a:pt x="4975733" y="1918208"/>
                  </a:lnTo>
                  <a:lnTo>
                    <a:pt x="4973320" y="1920620"/>
                  </a:lnTo>
                  <a:lnTo>
                    <a:pt x="4970653" y="1922780"/>
                  </a:lnTo>
                  <a:lnTo>
                    <a:pt x="4967732" y="1924685"/>
                  </a:lnTo>
                  <a:lnTo>
                    <a:pt x="4964938" y="1926589"/>
                  </a:lnTo>
                  <a:lnTo>
                    <a:pt x="4948808" y="1932558"/>
                  </a:lnTo>
                  <a:lnTo>
                    <a:pt x="4945507" y="1933194"/>
                  </a:lnTo>
                  <a:lnTo>
                    <a:pt x="4942078" y="1933575"/>
                  </a:lnTo>
                  <a:lnTo>
                    <a:pt x="4938649" y="1933575"/>
                  </a:lnTo>
                  <a:lnTo>
                    <a:pt x="52450" y="1933575"/>
                  </a:lnTo>
                  <a:lnTo>
                    <a:pt x="49022" y="1933575"/>
                  </a:lnTo>
                  <a:lnTo>
                    <a:pt x="45592" y="1933194"/>
                  </a:lnTo>
                  <a:lnTo>
                    <a:pt x="42290" y="1932558"/>
                  </a:lnTo>
                  <a:lnTo>
                    <a:pt x="38862" y="1931924"/>
                  </a:lnTo>
                  <a:lnTo>
                    <a:pt x="23367" y="1924685"/>
                  </a:lnTo>
                  <a:lnTo>
                    <a:pt x="20447" y="1922780"/>
                  </a:lnTo>
                  <a:lnTo>
                    <a:pt x="17779" y="1920620"/>
                  </a:lnTo>
                  <a:lnTo>
                    <a:pt x="15366" y="1918208"/>
                  </a:lnTo>
                  <a:lnTo>
                    <a:pt x="12953" y="1915795"/>
                  </a:lnTo>
                  <a:lnTo>
                    <a:pt x="0" y="1884552"/>
                  </a:lnTo>
                  <a:lnTo>
                    <a:pt x="0" y="1881124"/>
                  </a:lnTo>
                  <a:close/>
                </a:path>
              </a:pathLst>
            </a:custGeom>
            <a:ln w="19050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50" y="2045970"/>
              <a:ext cx="533400" cy="5334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38418" y="2193074"/>
              <a:ext cx="249682" cy="249643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007608" y="2816098"/>
              <a:ext cx="828040" cy="207010"/>
            </a:xfrm>
            <a:custGeom>
              <a:avLst/>
              <a:gdLst/>
              <a:ahLst/>
              <a:cxnLst/>
              <a:rect l="l" t="t" r="r" b="b"/>
              <a:pathLst>
                <a:path w="828040" h="207010">
                  <a:moveTo>
                    <a:pt x="78486" y="133604"/>
                  </a:moveTo>
                  <a:lnTo>
                    <a:pt x="0" y="133604"/>
                  </a:lnTo>
                  <a:lnTo>
                    <a:pt x="0" y="161798"/>
                  </a:lnTo>
                  <a:lnTo>
                    <a:pt x="78486" y="161798"/>
                  </a:lnTo>
                  <a:lnTo>
                    <a:pt x="78486" y="133604"/>
                  </a:lnTo>
                  <a:close/>
                </a:path>
                <a:path w="828040" h="207010">
                  <a:moveTo>
                    <a:pt x="57530" y="28321"/>
                  </a:moveTo>
                  <a:lnTo>
                    <a:pt x="20954" y="28321"/>
                  </a:lnTo>
                  <a:lnTo>
                    <a:pt x="20954" y="133604"/>
                  </a:lnTo>
                  <a:lnTo>
                    <a:pt x="57530" y="133604"/>
                  </a:lnTo>
                  <a:lnTo>
                    <a:pt x="57530" y="28321"/>
                  </a:lnTo>
                  <a:close/>
                </a:path>
                <a:path w="828040" h="207010">
                  <a:moveTo>
                    <a:pt x="78486" y="0"/>
                  </a:moveTo>
                  <a:lnTo>
                    <a:pt x="0" y="0"/>
                  </a:lnTo>
                  <a:lnTo>
                    <a:pt x="0" y="28321"/>
                  </a:lnTo>
                  <a:lnTo>
                    <a:pt x="78486" y="28321"/>
                  </a:lnTo>
                  <a:lnTo>
                    <a:pt x="78486" y="0"/>
                  </a:lnTo>
                  <a:close/>
                </a:path>
                <a:path w="828040" h="207010">
                  <a:moveTo>
                    <a:pt x="132714" y="39750"/>
                  </a:moveTo>
                  <a:lnTo>
                    <a:pt x="98425" y="39750"/>
                  </a:lnTo>
                  <a:lnTo>
                    <a:pt x="98425" y="161798"/>
                  </a:lnTo>
                  <a:lnTo>
                    <a:pt x="132714" y="161798"/>
                  </a:lnTo>
                  <a:lnTo>
                    <a:pt x="132714" y="75311"/>
                  </a:lnTo>
                  <a:lnTo>
                    <a:pt x="135254" y="73406"/>
                  </a:lnTo>
                  <a:lnTo>
                    <a:pt x="137794" y="71627"/>
                  </a:lnTo>
                  <a:lnTo>
                    <a:pt x="140462" y="70231"/>
                  </a:lnTo>
                  <a:lnTo>
                    <a:pt x="143128" y="68707"/>
                  </a:lnTo>
                  <a:lnTo>
                    <a:pt x="145922" y="68072"/>
                  </a:lnTo>
                  <a:lnTo>
                    <a:pt x="263423" y="68072"/>
                  </a:lnTo>
                  <a:lnTo>
                    <a:pt x="263270" y="66675"/>
                  </a:lnTo>
                  <a:lnTo>
                    <a:pt x="261746" y="61213"/>
                  </a:lnTo>
                  <a:lnTo>
                    <a:pt x="260730" y="57658"/>
                  </a:lnTo>
                  <a:lnTo>
                    <a:pt x="194563" y="57658"/>
                  </a:lnTo>
                  <a:lnTo>
                    <a:pt x="192897" y="53212"/>
                  </a:lnTo>
                  <a:lnTo>
                    <a:pt x="132714" y="53212"/>
                  </a:lnTo>
                  <a:lnTo>
                    <a:pt x="132714" y="39750"/>
                  </a:lnTo>
                  <a:close/>
                </a:path>
                <a:path w="828040" h="207010">
                  <a:moveTo>
                    <a:pt x="211836" y="68072"/>
                  </a:moveTo>
                  <a:lnTo>
                    <a:pt x="152400" y="68072"/>
                  </a:lnTo>
                  <a:lnTo>
                    <a:pt x="155892" y="68707"/>
                  </a:lnTo>
                  <a:lnTo>
                    <a:pt x="155397" y="68707"/>
                  </a:lnTo>
                  <a:lnTo>
                    <a:pt x="157225" y="69850"/>
                  </a:lnTo>
                  <a:lnTo>
                    <a:pt x="159257" y="70993"/>
                  </a:lnTo>
                  <a:lnTo>
                    <a:pt x="159765" y="71627"/>
                  </a:lnTo>
                  <a:lnTo>
                    <a:pt x="160830" y="73025"/>
                  </a:lnTo>
                  <a:lnTo>
                    <a:pt x="161701" y="75311"/>
                  </a:lnTo>
                  <a:lnTo>
                    <a:pt x="162813" y="78105"/>
                  </a:lnTo>
                  <a:lnTo>
                    <a:pt x="163449" y="81534"/>
                  </a:lnTo>
                  <a:lnTo>
                    <a:pt x="163575" y="85725"/>
                  </a:lnTo>
                  <a:lnTo>
                    <a:pt x="163822" y="89788"/>
                  </a:lnTo>
                  <a:lnTo>
                    <a:pt x="163829" y="89916"/>
                  </a:lnTo>
                  <a:lnTo>
                    <a:pt x="163956" y="161798"/>
                  </a:lnTo>
                  <a:lnTo>
                    <a:pt x="198374" y="161798"/>
                  </a:lnTo>
                  <a:lnTo>
                    <a:pt x="198374" y="75311"/>
                  </a:lnTo>
                  <a:lnTo>
                    <a:pt x="201421" y="73025"/>
                  </a:lnTo>
                  <a:lnTo>
                    <a:pt x="204088" y="71247"/>
                  </a:lnTo>
                  <a:lnTo>
                    <a:pt x="209168" y="68707"/>
                  </a:lnTo>
                  <a:lnTo>
                    <a:pt x="211836" y="68072"/>
                  </a:lnTo>
                  <a:close/>
                </a:path>
                <a:path w="828040" h="207010">
                  <a:moveTo>
                    <a:pt x="263423" y="68072"/>
                  </a:moveTo>
                  <a:lnTo>
                    <a:pt x="218186" y="68072"/>
                  </a:lnTo>
                  <a:lnTo>
                    <a:pt x="221678" y="68707"/>
                  </a:lnTo>
                  <a:lnTo>
                    <a:pt x="221183" y="68707"/>
                  </a:lnTo>
                  <a:lnTo>
                    <a:pt x="223012" y="69850"/>
                  </a:lnTo>
                  <a:lnTo>
                    <a:pt x="225170" y="70993"/>
                  </a:lnTo>
                  <a:lnTo>
                    <a:pt x="225678" y="71627"/>
                  </a:lnTo>
                  <a:lnTo>
                    <a:pt x="226737" y="73025"/>
                  </a:lnTo>
                  <a:lnTo>
                    <a:pt x="227499" y="75311"/>
                  </a:lnTo>
                  <a:lnTo>
                    <a:pt x="227583" y="75564"/>
                  </a:lnTo>
                  <a:lnTo>
                    <a:pt x="228600" y="78105"/>
                  </a:lnTo>
                  <a:lnTo>
                    <a:pt x="229234" y="81534"/>
                  </a:lnTo>
                  <a:lnTo>
                    <a:pt x="229369" y="85725"/>
                  </a:lnTo>
                  <a:lnTo>
                    <a:pt x="229615" y="89788"/>
                  </a:lnTo>
                  <a:lnTo>
                    <a:pt x="229615" y="161798"/>
                  </a:lnTo>
                  <a:lnTo>
                    <a:pt x="264032" y="161798"/>
                  </a:lnTo>
                  <a:lnTo>
                    <a:pt x="263963" y="73025"/>
                  </a:lnTo>
                  <a:lnTo>
                    <a:pt x="263811" y="71627"/>
                  </a:lnTo>
                  <a:lnTo>
                    <a:pt x="263742" y="70993"/>
                  </a:lnTo>
                  <a:lnTo>
                    <a:pt x="263617" y="69850"/>
                  </a:lnTo>
                  <a:lnTo>
                    <a:pt x="263492" y="68707"/>
                  </a:lnTo>
                  <a:lnTo>
                    <a:pt x="263423" y="68072"/>
                  </a:lnTo>
                  <a:close/>
                </a:path>
                <a:path w="828040" h="207010">
                  <a:moveTo>
                    <a:pt x="235965" y="36449"/>
                  </a:moveTo>
                  <a:lnTo>
                    <a:pt x="224916" y="36449"/>
                  </a:lnTo>
                  <a:lnTo>
                    <a:pt x="219075" y="38226"/>
                  </a:lnTo>
                  <a:lnTo>
                    <a:pt x="207390" y="45593"/>
                  </a:lnTo>
                  <a:lnTo>
                    <a:pt x="201167" y="50800"/>
                  </a:lnTo>
                  <a:lnTo>
                    <a:pt x="194563" y="57658"/>
                  </a:lnTo>
                  <a:lnTo>
                    <a:pt x="260730" y="57658"/>
                  </a:lnTo>
                  <a:lnTo>
                    <a:pt x="235965" y="36449"/>
                  </a:lnTo>
                  <a:close/>
                </a:path>
                <a:path w="828040" h="207010">
                  <a:moveTo>
                    <a:pt x="171957" y="36449"/>
                  </a:moveTo>
                  <a:lnTo>
                    <a:pt x="159003" y="36449"/>
                  </a:lnTo>
                  <a:lnTo>
                    <a:pt x="153415" y="37846"/>
                  </a:lnTo>
                  <a:lnTo>
                    <a:pt x="148462" y="40894"/>
                  </a:lnTo>
                  <a:lnTo>
                    <a:pt x="143509" y="43814"/>
                  </a:lnTo>
                  <a:lnTo>
                    <a:pt x="138302" y="48006"/>
                  </a:lnTo>
                  <a:lnTo>
                    <a:pt x="132714" y="53212"/>
                  </a:lnTo>
                  <a:lnTo>
                    <a:pt x="192897" y="53212"/>
                  </a:lnTo>
                  <a:lnTo>
                    <a:pt x="191992" y="50800"/>
                  </a:lnTo>
                  <a:lnTo>
                    <a:pt x="191896" y="50546"/>
                  </a:lnTo>
                  <a:lnTo>
                    <a:pt x="187959" y="45338"/>
                  </a:lnTo>
                  <a:lnTo>
                    <a:pt x="177800" y="38226"/>
                  </a:lnTo>
                  <a:lnTo>
                    <a:pt x="171957" y="36449"/>
                  </a:lnTo>
                  <a:close/>
                </a:path>
                <a:path w="828040" h="207010">
                  <a:moveTo>
                    <a:pt x="318642" y="39750"/>
                  </a:moveTo>
                  <a:lnTo>
                    <a:pt x="284352" y="39750"/>
                  </a:lnTo>
                  <a:lnTo>
                    <a:pt x="284352" y="206501"/>
                  </a:lnTo>
                  <a:lnTo>
                    <a:pt x="318642" y="206501"/>
                  </a:lnTo>
                  <a:lnTo>
                    <a:pt x="318642" y="155701"/>
                  </a:lnTo>
                  <a:lnTo>
                    <a:pt x="369450" y="155701"/>
                  </a:lnTo>
                  <a:lnTo>
                    <a:pt x="371645" y="154138"/>
                  </a:lnTo>
                  <a:lnTo>
                    <a:pt x="378713" y="146304"/>
                  </a:lnTo>
                  <a:lnTo>
                    <a:pt x="384548" y="136636"/>
                  </a:lnTo>
                  <a:lnTo>
                    <a:pt x="384685" y="136271"/>
                  </a:lnTo>
                  <a:lnTo>
                    <a:pt x="327490" y="136271"/>
                  </a:lnTo>
                  <a:lnTo>
                    <a:pt x="322452" y="135382"/>
                  </a:lnTo>
                  <a:lnTo>
                    <a:pt x="320420" y="134747"/>
                  </a:lnTo>
                  <a:lnTo>
                    <a:pt x="318642" y="133858"/>
                  </a:lnTo>
                  <a:lnTo>
                    <a:pt x="318642" y="72517"/>
                  </a:lnTo>
                  <a:lnTo>
                    <a:pt x="333628" y="65912"/>
                  </a:lnTo>
                  <a:lnTo>
                    <a:pt x="387174" y="65912"/>
                  </a:lnTo>
                  <a:lnTo>
                    <a:pt x="386101" y="62430"/>
                  </a:lnTo>
                  <a:lnTo>
                    <a:pt x="381507" y="53212"/>
                  </a:lnTo>
                  <a:lnTo>
                    <a:pt x="380914" y="52450"/>
                  </a:lnTo>
                  <a:lnTo>
                    <a:pt x="318642" y="52450"/>
                  </a:lnTo>
                  <a:lnTo>
                    <a:pt x="318642" y="39750"/>
                  </a:lnTo>
                  <a:close/>
                </a:path>
                <a:path w="828040" h="207010">
                  <a:moveTo>
                    <a:pt x="369450" y="155701"/>
                  </a:moveTo>
                  <a:lnTo>
                    <a:pt x="318642" y="155701"/>
                  </a:lnTo>
                  <a:lnTo>
                    <a:pt x="323214" y="158623"/>
                  </a:lnTo>
                  <a:lnTo>
                    <a:pt x="327405" y="160782"/>
                  </a:lnTo>
                  <a:lnTo>
                    <a:pt x="331469" y="162179"/>
                  </a:lnTo>
                  <a:lnTo>
                    <a:pt x="335533" y="163449"/>
                  </a:lnTo>
                  <a:lnTo>
                    <a:pt x="340359" y="164211"/>
                  </a:lnTo>
                  <a:lnTo>
                    <a:pt x="345820" y="164211"/>
                  </a:lnTo>
                  <a:lnTo>
                    <a:pt x="355175" y="163091"/>
                  </a:lnTo>
                  <a:lnTo>
                    <a:pt x="363791" y="159734"/>
                  </a:lnTo>
                  <a:lnTo>
                    <a:pt x="369450" y="155701"/>
                  </a:lnTo>
                  <a:close/>
                </a:path>
                <a:path w="828040" h="207010">
                  <a:moveTo>
                    <a:pt x="387174" y="65912"/>
                  </a:moveTo>
                  <a:lnTo>
                    <a:pt x="343662" y="65912"/>
                  </a:lnTo>
                  <a:lnTo>
                    <a:pt x="348741" y="68707"/>
                  </a:lnTo>
                  <a:lnTo>
                    <a:pt x="352043" y="74041"/>
                  </a:lnTo>
                  <a:lnTo>
                    <a:pt x="356996" y="99822"/>
                  </a:lnTo>
                  <a:lnTo>
                    <a:pt x="356615" y="108394"/>
                  </a:lnTo>
                  <a:lnTo>
                    <a:pt x="340740" y="136271"/>
                  </a:lnTo>
                  <a:lnTo>
                    <a:pt x="384685" y="136271"/>
                  </a:lnTo>
                  <a:lnTo>
                    <a:pt x="388715" y="125539"/>
                  </a:lnTo>
                  <a:lnTo>
                    <a:pt x="391215" y="113014"/>
                  </a:lnTo>
                  <a:lnTo>
                    <a:pt x="392003" y="99822"/>
                  </a:lnTo>
                  <a:lnTo>
                    <a:pt x="392049" y="99060"/>
                  </a:lnTo>
                  <a:lnTo>
                    <a:pt x="391384" y="85342"/>
                  </a:lnTo>
                  <a:lnTo>
                    <a:pt x="389397" y="73136"/>
                  </a:lnTo>
                  <a:lnTo>
                    <a:pt x="387174" y="65912"/>
                  </a:lnTo>
                  <a:close/>
                </a:path>
                <a:path w="828040" h="207010">
                  <a:moveTo>
                    <a:pt x="352043" y="36449"/>
                  </a:moveTo>
                  <a:lnTo>
                    <a:pt x="345186" y="36449"/>
                  </a:lnTo>
                  <a:lnTo>
                    <a:pt x="339216" y="37846"/>
                  </a:lnTo>
                  <a:lnTo>
                    <a:pt x="334009" y="40894"/>
                  </a:lnTo>
                  <a:lnTo>
                    <a:pt x="328675" y="43814"/>
                  </a:lnTo>
                  <a:lnTo>
                    <a:pt x="323595" y="47751"/>
                  </a:lnTo>
                  <a:lnTo>
                    <a:pt x="318642" y="52450"/>
                  </a:lnTo>
                  <a:lnTo>
                    <a:pt x="380914" y="52450"/>
                  </a:lnTo>
                  <a:lnTo>
                    <a:pt x="375796" y="45878"/>
                  </a:lnTo>
                  <a:lnTo>
                    <a:pt x="368966" y="40639"/>
                  </a:lnTo>
                  <a:lnTo>
                    <a:pt x="361041" y="37496"/>
                  </a:lnTo>
                  <a:lnTo>
                    <a:pt x="352043" y="36449"/>
                  </a:lnTo>
                  <a:close/>
                </a:path>
                <a:path w="828040" h="207010">
                  <a:moveTo>
                    <a:pt x="443611" y="39750"/>
                  </a:moveTo>
                  <a:lnTo>
                    <a:pt x="409320" y="39750"/>
                  </a:lnTo>
                  <a:lnTo>
                    <a:pt x="409320" y="161798"/>
                  </a:lnTo>
                  <a:lnTo>
                    <a:pt x="443611" y="161798"/>
                  </a:lnTo>
                  <a:lnTo>
                    <a:pt x="443611" y="80137"/>
                  </a:lnTo>
                  <a:lnTo>
                    <a:pt x="447293" y="78486"/>
                  </a:lnTo>
                  <a:lnTo>
                    <a:pt x="451103" y="77088"/>
                  </a:lnTo>
                  <a:lnTo>
                    <a:pt x="458977" y="74802"/>
                  </a:lnTo>
                  <a:lnTo>
                    <a:pt x="462025" y="74295"/>
                  </a:lnTo>
                  <a:lnTo>
                    <a:pt x="483107" y="74295"/>
                  </a:lnTo>
                  <a:lnTo>
                    <a:pt x="483107" y="57276"/>
                  </a:lnTo>
                  <a:lnTo>
                    <a:pt x="443611" y="57276"/>
                  </a:lnTo>
                  <a:lnTo>
                    <a:pt x="443611" y="39750"/>
                  </a:lnTo>
                  <a:close/>
                </a:path>
                <a:path w="828040" h="207010">
                  <a:moveTo>
                    <a:pt x="483107" y="74295"/>
                  </a:moveTo>
                  <a:lnTo>
                    <a:pt x="472058" y="74295"/>
                  </a:lnTo>
                  <a:lnTo>
                    <a:pt x="477012" y="74802"/>
                  </a:lnTo>
                  <a:lnTo>
                    <a:pt x="478916" y="75184"/>
                  </a:lnTo>
                  <a:lnTo>
                    <a:pt x="480187" y="75692"/>
                  </a:lnTo>
                  <a:lnTo>
                    <a:pt x="483107" y="75692"/>
                  </a:lnTo>
                  <a:lnTo>
                    <a:pt x="483107" y="74295"/>
                  </a:lnTo>
                  <a:close/>
                </a:path>
                <a:path w="828040" h="207010">
                  <a:moveTo>
                    <a:pt x="483107" y="39750"/>
                  </a:moveTo>
                  <a:lnTo>
                    <a:pt x="470865" y="39750"/>
                  </a:lnTo>
                  <a:lnTo>
                    <a:pt x="469645" y="40005"/>
                  </a:lnTo>
                  <a:lnTo>
                    <a:pt x="463041" y="42291"/>
                  </a:lnTo>
                  <a:lnTo>
                    <a:pt x="460120" y="43814"/>
                  </a:lnTo>
                  <a:lnTo>
                    <a:pt x="457707" y="45466"/>
                  </a:lnTo>
                  <a:lnTo>
                    <a:pt x="455421" y="46862"/>
                  </a:lnTo>
                  <a:lnTo>
                    <a:pt x="452881" y="48768"/>
                  </a:lnTo>
                  <a:lnTo>
                    <a:pt x="450088" y="51308"/>
                  </a:lnTo>
                  <a:lnTo>
                    <a:pt x="447293" y="53721"/>
                  </a:lnTo>
                  <a:lnTo>
                    <a:pt x="445134" y="55625"/>
                  </a:lnTo>
                  <a:lnTo>
                    <a:pt x="443611" y="57276"/>
                  </a:lnTo>
                  <a:lnTo>
                    <a:pt x="483107" y="57276"/>
                  </a:lnTo>
                  <a:lnTo>
                    <a:pt x="483107" y="39750"/>
                  </a:lnTo>
                  <a:close/>
                </a:path>
                <a:path w="828040" h="207010">
                  <a:moveTo>
                    <a:pt x="540385" y="35941"/>
                  </a:moveTo>
                  <a:lnTo>
                    <a:pt x="498387" y="53339"/>
                  </a:lnTo>
                  <a:lnTo>
                    <a:pt x="483615" y="100837"/>
                  </a:lnTo>
                  <a:lnTo>
                    <a:pt x="484509" y="114554"/>
                  </a:lnTo>
                  <a:lnTo>
                    <a:pt x="506720" y="155803"/>
                  </a:lnTo>
                  <a:lnTo>
                    <a:pt x="540385" y="165608"/>
                  </a:lnTo>
                  <a:lnTo>
                    <a:pt x="553148" y="164514"/>
                  </a:lnTo>
                  <a:lnTo>
                    <a:pt x="588722" y="138807"/>
                  </a:lnTo>
                  <a:lnTo>
                    <a:pt x="588932" y="138302"/>
                  </a:lnTo>
                  <a:lnTo>
                    <a:pt x="537337" y="138302"/>
                  </a:lnTo>
                  <a:lnTo>
                    <a:pt x="534288" y="137668"/>
                  </a:lnTo>
                  <a:lnTo>
                    <a:pt x="520474" y="119252"/>
                  </a:lnTo>
                  <a:lnTo>
                    <a:pt x="519438" y="115097"/>
                  </a:lnTo>
                  <a:lnTo>
                    <a:pt x="519398" y="114935"/>
                  </a:lnTo>
                  <a:lnTo>
                    <a:pt x="519302" y="114554"/>
                  </a:lnTo>
                  <a:lnTo>
                    <a:pt x="518695" y="108838"/>
                  </a:lnTo>
                  <a:lnTo>
                    <a:pt x="518667" y="93599"/>
                  </a:lnTo>
                  <a:lnTo>
                    <a:pt x="519264" y="87757"/>
                  </a:lnTo>
                  <a:lnTo>
                    <a:pt x="519302" y="87375"/>
                  </a:lnTo>
                  <a:lnTo>
                    <a:pt x="520355" y="82931"/>
                  </a:lnTo>
                  <a:lnTo>
                    <a:pt x="521715" y="77597"/>
                  </a:lnTo>
                  <a:lnTo>
                    <a:pt x="523147" y="73898"/>
                  </a:lnTo>
                  <a:lnTo>
                    <a:pt x="523227" y="73691"/>
                  </a:lnTo>
                  <a:lnTo>
                    <a:pt x="534225" y="63881"/>
                  </a:lnTo>
                  <a:lnTo>
                    <a:pt x="533876" y="63881"/>
                  </a:lnTo>
                  <a:lnTo>
                    <a:pt x="537210" y="63246"/>
                  </a:lnTo>
                  <a:lnTo>
                    <a:pt x="588849" y="63246"/>
                  </a:lnTo>
                  <a:lnTo>
                    <a:pt x="588668" y="62815"/>
                  </a:lnTo>
                  <a:lnTo>
                    <a:pt x="582167" y="53339"/>
                  </a:lnTo>
                  <a:lnTo>
                    <a:pt x="573978" y="45745"/>
                  </a:lnTo>
                  <a:lnTo>
                    <a:pt x="564276" y="40306"/>
                  </a:lnTo>
                  <a:lnTo>
                    <a:pt x="553075" y="37034"/>
                  </a:lnTo>
                  <a:lnTo>
                    <a:pt x="540385" y="35941"/>
                  </a:lnTo>
                  <a:close/>
                </a:path>
                <a:path w="828040" h="207010">
                  <a:moveTo>
                    <a:pt x="588849" y="63246"/>
                  </a:moveTo>
                  <a:lnTo>
                    <a:pt x="543560" y="63246"/>
                  </a:lnTo>
                  <a:lnTo>
                    <a:pt x="546481" y="63881"/>
                  </a:lnTo>
                  <a:lnTo>
                    <a:pt x="549020" y="65024"/>
                  </a:lnTo>
                  <a:lnTo>
                    <a:pt x="560243" y="82550"/>
                  </a:lnTo>
                  <a:lnTo>
                    <a:pt x="561376" y="87375"/>
                  </a:lnTo>
                  <a:lnTo>
                    <a:pt x="561466" y="87757"/>
                  </a:lnTo>
                  <a:lnTo>
                    <a:pt x="561953" y="93599"/>
                  </a:lnTo>
                  <a:lnTo>
                    <a:pt x="561974" y="108838"/>
                  </a:lnTo>
                  <a:lnTo>
                    <a:pt x="561498" y="114554"/>
                  </a:lnTo>
                  <a:lnTo>
                    <a:pt x="561423" y="115097"/>
                  </a:lnTo>
                  <a:lnTo>
                    <a:pt x="560323" y="119252"/>
                  </a:lnTo>
                  <a:lnTo>
                    <a:pt x="559308" y="123698"/>
                  </a:lnTo>
                  <a:lnTo>
                    <a:pt x="543306" y="138302"/>
                  </a:lnTo>
                  <a:lnTo>
                    <a:pt x="588932" y="138302"/>
                  </a:lnTo>
                  <a:lnTo>
                    <a:pt x="593328" y="127762"/>
                  </a:lnTo>
                  <a:lnTo>
                    <a:pt x="596100" y="115097"/>
                  </a:lnTo>
                  <a:lnTo>
                    <a:pt x="597010" y="101092"/>
                  </a:lnTo>
                  <a:lnTo>
                    <a:pt x="597026" y="100837"/>
                  </a:lnTo>
                  <a:lnTo>
                    <a:pt x="596175" y="87757"/>
                  </a:lnTo>
                  <a:lnTo>
                    <a:pt x="596066" y="86431"/>
                  </a:lnTo>
                  <a:lnTo>
                    <a:pt x="593399" y="74295"/>
                  </a:lnTo>
                  <a:lnTo>
                    <a:pt x="593312" y="73898"/>
                  </a:lnTo>
                  <a:lnTo>
                    <a:pt x="588849" y="63246"/>
                  </a:lnTo>
                  <a:close/>
                </a:path>
                <a:path w="828040" h="207010">
                  <a:moveTo>
                    <a:pt x="633348" y="39750"/>
                  </a:moveTo>
                  <a:lnTo>
                    <a:pt x="597408" y="39750"/>
                  </a:lnTo>
                  <a:lnTo>
                    <a:pt x="636523" y="161798"/>
                  </a:lnTo>
                  <a:lnTo>
                    <a:pt x="673862" y="161798"/>
                  </a:lnTo>
                  <a:lnTo>
                    <a:pt x="687176" y="120523"/>
                  </a:lnTo>
                  <a:lnTo>
                    <a:pt x="655827" y="120523"/>
                  </a:lnTo>
                  <a:lnTo>
                    <a:pt x="633348" y="39750"/>
                  </a:lnTo>
                  <a:close/>
                </a:path>
                <a:path w="828040" h="207010">
                  <a:moveTo>
                    <a:pt x="713232" y="39750"/>
                  </a:moveTo>
                  <a:lnTo>
                    <a:pt x="678052" y="39750"/>
                  </a:lnTo>
                  <a:lnTo>
                    <a:pt x="655827" y="120523"/>
                  </a:lnTo>
                  <a:lnTo>
                    <a:pt x="687176" y="120523"/>
                  </a:lnTo>
                  <a:lnTo>
                    <a:pt x="713232" y="39750"/>
                  </a:lnTo>
                  <a:close/>
                </a:path>
                <a:path w="828040" h="207010">
                  <a:moveTo>
                    <a:pt x="776986" y="35941"/>
                  </a:moveTo>
                  <a:lnTo>
                    <a:pt x="733806" y="53848"/>
                  </a:lnTo>
                  <a:lnTo>
                    <a:pt x="718312" y="101473"/>
                  </a:lnTo>
                  <a:lnTo>
                    <a:pt x="719357" y="115853"/>
                  </a:lnTo>
                  <a:lnTo>
                    <a:pt x="744140" y="155777"/>
                  </a:lnTo>
                  <a:lnTo>
                    <a:pt x="768067" y="164084"/>
                  </a:lnTo>
                  <a:lnTo>
                    <a:pt x="768342" y="164084"/>
                  </a:lnTo>
                  <a:lnTo>
                    <a:pt x="782573" y="165100"/>
                  </a:lnTo>
                  <a:lnTo>
                    <a:pt x="788288" y="165100"/>
                  </a:lnTo>
                  <a:lnTo>
                    <a:pt x="792988" y="164719"/>
                  </a:lnTo>
                  <a:lnTo>
                    <a:pt x="796924" y="164084"/>
                  </a:lnTo>
                  <a:lnTo>
                    <a:pt x="800862" y="163575"/>
                  </a:lnTo>
                  <a:lnTo>
                    <a:pt x="804798" y="162687"/>
                  </a:lnTo>
                  <a:lnTo>
                    <a:pt x="808482" y="161544"/>
                  </a:lnTo>
                  <a:lnTo>
                    <a:pt x="812545" y="160527"/>
                  </a:lnTo>
                  <a:lnTo>
                    <a:pt x="815720" y="159385"/>
                  </a:lnTo>
                  <a:lnTo>
                    <a:pt x="825626" y="154939"/>
                  </a:lnTo>
                  <a:lnTo>
                    <a:pt x="825626" y="137541"/>
                  </a:lnTo>
                  <a:lnTo>
                    <a:pt x="781558" y="137541"/>
                  </a:lnTo>
                  <a:lnTo>
                    <a:pt x="777239" y="137033"/>
                  </a:lnTo>
                  <a:lnTo>
                    <a:pt x="755903" y="122174"/>
                  </a:lnTo>
                  <a:lnTo>
                    <a:pt x="753998" y="118363"/>
                  </a:lnTo>
                  <a:lnTo>
                    <a:pt x="752983" y="113664"/>
                  </a:lnTo>
                  <a:lnTo>
                    <a:pt x="752601" y="108076"/>
                  </a:lnTo>
                  <a:lnTo>
                    <a:pt x="827659" y="108076"/>
                  </a:lnTo>
                  <a:lnTo>
                    <a:pt x="827659" y="94361"/>
                  </a:lnTo>
                  <a:lnTo>
                    <a:pt x="827096" y="85089"/>
                  </a:lnTo>
                  <a:lnTo>
                    <a:pt x="752601" y="85089"/>
                  </a:lnTo>
                  <a:lnTo>
                    <a:pt x="752983" y="77470"/>
                  </a:lnTo>
                  <a:lnTo>
                    <a:pt x="755014" y="71500"/>
                  </a:lnTo>
                  <a:lnTo>
                    <a:pt x="758697" y="67056"/>
                  </a:lnTo>
                  <a:lnTo>
                    <a:pt x="762508" y="62611"/>
                  </a:lnTo>
                  <a:lnTo>
                    <a:pt x="767714" y="60451"/>
                  </a:lnTo>
                  <a:lnTo>
                    <a:pt x="820871" y="60451"/>
                  </a:lnTo>
                  <a:lnTo>
                    <a:pt x="820479" y="59463"/>
                  </a:lnTo>
                  <a:lnTo>
                    <a:pt x="814959" y="51054"/>
                  </a:lnTo>
                  <a:lnTo>
                    <a:pt x="807793" y="44459"/>
                  </a:lnTo>
                  <a:lnTo>
                    <a:pt x="799068" y="39735"/>
                  </a:lnTo>
                  <a:lnTo>
                    <a:pt x="788795" y="36891"/>
                  </a:lnTo>
                  <a:lnTo>
                    <a:pt x="776986" y="35941"/>
                  </a:lnTo>
                  <a:close/>
                </a:path>
                <a:path w="828040" h="207010">
                  <a:moveTo>
                    <a:pt x="825626" y="123571"/>
                  </a:moveTo>
                  <a:lnTo>
                    <a:pt x="822070" y="123571"/>
                  </a:lnTo>
                  <a:lnTo>
                    <a:pt x="820546" y="124841"/>
                  </a:lnTo>
                  <a:lnTo>
                    <a:pt x="818641" y="126237"/>
                  </a:lnTo>
                  <a:lnTo>
                    <a:pt x="816228" y="127762"/>
                  </a:lnTo>
                  <a:lnTo>
                    <a:pt x="813815" y="129412"/>
                  </a:lnTo>
                  <a:lnTo>
                    <a:pt x="811275" y="130810"/>
                  </a:lnTo>
                  <a:lnTo>
                    <a:pt x="808482" y="132207"/>
                  </a:lnTo>
                  <a:lnTo>
                    <a:pt x="805307" y="133858"/>
                  </a:lnTo>
                  <a:lnTo>
                    <a:pt x="801750" y="135127"/>
                  </a:lnTo>
                  <a:lnTo>
                    <a:pt x="797940" y="136144"/>
                  </a:lnTo>
                  <a:lnTo>
                    <a:pt x="794003" y="137033"/>
                  </a:lnTo>
                  <a:lnTo>
                    <a:pt x="790193" y="137541"/>
                  </a:lnTo>
                  <a:lnTo>
                    <a:pt x="825626" y="137541"/>
                  </a:lnTo>
                  <a:lnTo>
                    <a:pt x="825626" y="123571"/>
                  </a:lnTo>
                  <a:close/>
                </a:path>
                <a:path w="828040" h="207010">
                  <a:moveTo>
                    <a:pt x="820871" y="60451"/>
                  </a:moveTo>
                  <a:lnTo>
                    <a:pt x="780922" y="60451"/>
                  </a:lnTo>
                  <a:lnTo>
                    <a:pt x="786050" y="62611"/>
                  </a:lnTo>
                  <a:lnTo>
                    <a:pt x="785845" y="62611"/>
                  </a:lnTo>
                  <a:lnTo>
                    <a:pt x="788923" y="66675"/>
                  </a:lnTo>
                  <a:lnTo>
                    <a:pt x="791971" y="70993"/>
                  </a:lnTo>
                  <a:lnTo>
                    <a:pt x="793749" y="77088"/>
                  </a:lnTo>
                  <a:lnTo>
                    <a:pt x="793876" y="85089"/>
                  </a:lnTo>
                  <a:lnTo>
                    <a:pt x="827096" y="85089"/>
                  </a:lnTo>
                  <a:lnTo>
                    <a:pt x="826853" y="81093"/>
                  </a:lnTo>
                  <a:lnTo>
                    <a:pt x="824452" y="69468"/>
                  </a:lnTo>
                  <a:lnTo>
                    <a:pt x="820871" y="60451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8877" y="3197098"/>
              <a:ext cx="3676269" cy="170942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5861768" y="2744216"/>
            <a:ext cx="4900930" cy="871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2350">
              <a:lnSpc>
                <a:spcPct val="100000"/>
              </a:lnSpc>
              <a:spcBef>
                <a:spcPts val="100"/>
              </a:spcBef>
            </a:pPr>
            <a:r>
              <a:rPr dirty="0" sz="1750" spc="-10" b="1">
                <a:solidFill>
                  <a:srgbClr val="EBECEF"/>
                </a:solidFill>
                <a:latin typeface="Tahoma"/>
                <a:cs typeface="Tahoma"/>
              </a:rPr>
              <a:t>Security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750">
              <a:latin typeface="Tahoma"/>
              <a:cs typeface="Tahoma"/>
            </a:endParaRPr>
          </a:p>
          <a:p>
            <a:pPr marL="137795">
              <a:lnSpc>
                <a:spcPct val="100000"/>
              </a:lnSpc>
            </a:pP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authentication</a:t>
            </a:r>
            <a:r>
              <a:rPr dirty="0" sz="1400" spc="-8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monitoring.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19125" y="3988435"/>
            <a:ext cx="5010150" cy="1952625"/>
            <a:chOff x="619125" y="3988435"/>
            <a:chExt cx="5010150" cy="1952625"/>
          </a:xfrm>
        </p:grpSpPr>
        <p:sp>
          <p:nvSpPr>
            <p:cNvPr id="26" name="object 26" descr=""/>
            <p:cNvSpPr/>
            <p:nvPr/>
          </p:nvSpPr>
          <p:spPr>
            <a:xfrm>
              <a:off x="628650" y="3997960"/>
              <a:ext cx="4991100" cy="1933575"/>
            </a:xfrm>
            <a:custGeom>
              <a:avLst/>
              <a:gdLst/>
              <a:ahLst/>
              <a:cxnLst/>
              <a:rect l="l" t="t" r="r" b="b"/>
              <a:pathLst>
                <a:path w="4991100" h="1933575">
                  <a:moveTo>
                    <a:pt x="4942078" y="0"/>
                  </a:moveTo>
                  <a:lnTo>
                    <a:pt x="49047" y="0"/>
                  </a:lnTo>
                  <a:lnTo>
                    <a:pt x="45631" y="381"/>
                  </a:lnTo>
                  <a:lnTo>
                    <a:pt x="10756" y="20447"/>
                  </a:lnTo>
                  <a:lnTo>
                    <a:pt x="0" y="49022"/>
                  </a:lnTo>
                  <a:lnTo>
                    <a:pt x="0" y="1884527"/>
                  </a:lnTo>
                  <a:lnTo>
                    <a:pt x="17818" y="1920633"/>
                  </a:lnTo>
                  <a:lnTo>
                    <a:pt x="49047" y="1933575"/>
                  </a:lnTo>
                  <a:lnTo>
                    <a:pt x="4942078" y="1933575"/>
                  </a:lnTo>
                  <a:lnTo>
                    <a:pt x="4978146" y="1915756"/>
                  </a:lnTo>
                  <a:lnTo>
                    <a:pt x="4991100" y="1884527"/>
                  </a:lnTo>
                  <a:lnTo>
                    <a:pt x="4991100" y="49022"/>
                  </a:lnTo>
                  <a:lnTo>
                    <a:pt x="4973320" y="12954"/>
                  </a:lnTo>
                  <a:lnTo>
                    <a:pt x="4945507" y="381"/>
                  </a:lnTo>
                  <a:lnTo>
                    <a:pt x="4942078" y="0"/>
                  </a:lnTo>
                  <a:close/>
                </a:path>
              </a:pathLst>
            </a:custGeom>
            <a:solidFill>
              <a:srgbClr val="0E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28650" y="3997960"/>
              <a:ext cx="4991100" cy="1933575"/>
            </a:xfrm>
            <a:custGeom>
              <a:avLst/>
              <a:gdLst/>
              <a:ahLst/>
              <a:cxnLst/>
              <a:rect l="l" t="t" r="r" b="b"/>
              <a:pathLst>
                <a:path w="4991100" h="1933575">
                  <a:moveTo>
                    <a:pt x="0" y="1881073"/>
                  </a:moveTo>
                  <a:lnTo>
                    <a:pt x="0" y="52451"/>
                  </a:lnTo>
                  <a:lnTo>
                    <a:pt x="0" y="49022"/>
                  </a:lnTo>
                  <a:lnTo>
                    <a:pt x="342" y="45593"/>
                  </a:lnTo>
                  <a:lnTo>
                    <a:pt x="1003" y="42291"/>
                  </a:lnTo>
                  <a:lnTo>
                    <a:pt x="1676" y="38862"/>
                  </a:lnTo>
                  <a:lnTo>
                    <a:pt x="2679" y="35560"/>
                  </a:lnTo>
                  <a:lnTo>
                    <a:pt x="4000" y="32385"/>
                  </a:lnTo>
                  <a:lnTo>
                    <a:pt x="5308" y="29210"/>
                  </a:lnTo>
                  <a:lnTo>
                    <a:pt x="6934" y="26162"/>
                  </a:lnTo>
                  <a:lnTo>
                    <a:pt x="8839" y="23368"/>
                  </a:lnTo>
                  <a:lnTo>
                    <a:pt x="10756" y="20447"/>
                  </a:lnTo>
                  <a:lnTo>
                    <a:pt x="12941" y="17780"/>
                  </a:lnTo>
                  <a:lnTo>
                    <a:pt x="15367" y="15367"/>
                  </a:lnTo>
                  <a:lnTo>
                    <a:pt x="17818" y="12954"/>
                  </a:lnTo>
                  <a:lnTo>
                    <a:pt x="20459" y="10795"/>
                  </a:lnTo>
                  <a:lnTo>
                    <a:pt x="23329" y="8890"/>
                  </a:lnTo>
                  <a:lnTo>
                    <a:pt x="26200" y="6985"/>
                  </a:lnTo>
                  <a:lnTo>
                    <a:pt x="29222" y="5334"/>
                  </a:lnTo>
                  <a:lnTo>
                    <a:pt x="32410" y="4064"/>
                  </a:lnTo>
                  <a:lnTo>
                    <a:pt x="35598" y="2667"/>
                  </a:lnTo>
                  <a:lnTo>
                    <a:pt x="38874" y="1651"/>
                  </a:lnTo>
                  <a:lnTo>
                    <a:pt x="42252" y="1016"/>
                  </a:lnTo>
                  <a:lnTo>
                    <a:pt x="45631" y="381"/>
                  </a:lnTo>
                  <a:lnTo>
                    <a:pt x="49047" y="0"/>
                  </a:lnTo>
                  <a:lnTo>
                    <a:pt x="52501" y="0"/>
                  </a:lnTo>
                  <a:lnTo>
                    <a:pt x="4938649" y="0"/>
                  </a:lnTo>
                  <a:lnTo>
                    <a:pt x="4942078" y="0"/>
                  </a:lnTo>
                  <a:lnTo>
                    <a:pt x="4945507" y="381"/>
                  </a:lnTo>
                  <a:lnTo>
                    <a:pt x="4948809" y="1016"/>
                  </a:lnTo>
                  <a:lnTo>
                    <a:pt x="4952238" y="1651"/>
                  </a:lnTo>
                  <a:lnTo>
                    <a:pt x="4955540" y="2667"/>
                  </a:lnTo>
                  <a:lnTo>
                    <a:pt x="4958715" y="4064"/>
                  </a:lnTo>
                  <a:lnTo>
                    <a:pt x="4961890" y="5334"/>
                  </a:lnTo>
                  <a:lnTo>
                    <a:pt x="4964938" y="6985"/>
                  </a:lnTo>
                  <a:lnTo>
                    <a:pt x="4967732" y="8890"/>
                  </a:lnTo>
                  <a:lnTo>
                    <a:pt x="4970653" y="10795"/>
                  </a:lnTo>
                  <a:lnTo>
                    <a:pt x="4973320" y="12954"/>
                  </a:lnTo>
                  <a:lnTo>
                    <a:pt x="4975733" y="15367"/>
                  </a:lnTo>
                  <a:lnTo>
                    <a:pt x="4978146" y="17780"/>
                  </a:lnTo>
                  <a:lnTo>
                    <a:pt x="4980305" y="20447"/>
                  </a:lnTo>
                  <a:lnTo>
                    <a:pt x="4982210" y="23368"/>
                  </a:lnTo>
                  <a:lnTo>
                    <a:pt x="4984115" y="26162"/>
                  </a:lnTo>
                  <a:lnTo>
                    <a:pt x="4985766" y="29210"/>
                  </a:lnTo>
                  <a:lnTo>
                    <a:pt x="4987036" y="32385"/>
                  </a:lnTo>
                  <a:lnTo>
                    <a:pt x="4988433" y="35560"/>
                  </a:lnTo>
                  <a:lnTo>
                    <a:pt x="4989449" y="38862"/>
                  </a:lnTo>
                  <a:lnTo>
                    <a:pt x="4990084" y="42291"/>
                  </a:lnTo>
                  <a:lnTo>
                    <a:pt x="4990719" y="45593"/>
                  </a:lnTo>
                  <a:lnTo>
                    <a:pt x="4991100" y="49022"/>
                  </a:lnTo>
                  <a:lnTo>
                    <a:pt x="4991100" y="52451"/>
                  </a:lnTo>
                  <a:lnTo>
                    <a:pt x="4991100" y="1881073"/>
                  </a:lnTo>
                  <a:lnTo>
                    <a:pt x="4991100" y="1884527"/>
                  </a:lnTo>
                  <a:lnTo>
                    <a:pt x="4990719" y="1887931"/>
                  </a:lnTo>
                  <a:lnTo>
                    <a:pt x="4970653" y="1922805"/>
                  </a:lnTo>
                  <a:lnTo>
                    <a:pt x="4967732" y="1924723"/>
                  </a:lnTo>
                  <a:lnTo>
                    <a:pt x="4964938" y="1926640"/>
                  </a:lnTo>
                  <a:lnTo>
                    <a:pt x="4948809" y="1932559"/>
                  </a:lnTo>
                  <a:lnTo>
                    <a:pt x="4945507" y="1933232"/>
                  </a:lnTo>
                  <a:lnTo>
                    <a:pt x="4942078" y="1933575"/>
                  </a:lnTo>
                  <a:lnTo>
                    <a:pt x="4938649" y="1933575"/>
                  </a:lnTo>
                  <a:lnTo>
                    <a:pt x="52501" y="1933575"/>
                  </a:lnTo>
                  <a:lnTo>
                    <a:pt x="49047" y="1933575"/>
                  </a:lnTo>
                  <a:lnTo>
                    <a:pt x="45631" y="1933232"/>
                  </a:lnTo>
                  <a:lnTo>
                    <a:pt x="42252" y="1932559"/>
                  </a:lnTo>
                  <a:lnTo>
                    <a:pt x="38874" y="1931898"/>
                  </a:lnTo>
                  <a:lnTo>
                    <a:pt x="35598" y="1930895"/>
                  </a:lnTo>
                  <a:lnTo>
                    <a:pt x="32410" y="1929574"/>
                  </a:lnTo>
                  <a:lnTo>
                    <a:pt x="29222" y="1928253"/>
                  </a:lnTo>
                  <a:lnTo>
                    <a:pt x="8839" y="1910245"/>
                  </a:lnTo>
                  <a:lnTo>
                    <a:pt x="6934" y="1907374"/>
                  </a:lnTo>
                  <a:lnTo>
                    <a:pt x="5308" y="1904352"/>
                  </a:lnTo>
                  <a:lnTo>
                    <a:pt x="4000" y="1901164"/>
                  </a:lnTo>
                  <a:lnTo>
                    <a:pt x="2679" y="1897976"/>
                  </a:lnTo>
                  <a:lnTo>
                    <a:pt x="1676" y="1894700"/>
                  </a:lnTo>
                  <a:lnTo>
                    <a:pt x="1003" y="1891322"/>
                  </a:lnTo>
                  <a:lnTo>
                    <a:pt x="342" y="1887931"/>
                  </a:lnTo>
                  <a:lnTo>
                    <a:pt x="0" y="1884527"/>
                  </a:lnTo>
                  <a:lnTo>
                    <a:pt x="0" y="1881073"/>
                  </a:lnTo>
                  <a:close/>
                </a:path>
              </a:pathLst>
            </a:custGeom>
            <a:ln w="19050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9150" y="4178935"/>
              <a:ext cx="533400" cy="53340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2629" y="4331309"/>
              <a:ext cx="118050" cy="239166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804468" y="4878704"/>
            <a:ext cx="4585335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65" b="1">
                <a:solidFill>
                  <a:srgbClr val="EBECEF"/>
                </a:solidFill>
                <a:latin typeface="Tahoma"/>
                <a:cs typeface="Tahoma"/>
              </a:rPr>
              <a:t>Reduce</a:t>
            </a:r>
            <a:r>
              <a:rPr dirty="0" sz="1750" spc="-16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70" b="1">
                <a:solidFill>
                  <a:srgbClr val="EBECEF"/>
                </a:solidFill>
                <a:latin typeface="Tahoma"/>
                <a:cs typeface="Tahoma"/>
              </a:rPr>
              <a:t>Financial</a:t>
            </a:r>
            <a:r>
              <a:rPr dirty="0" sz="1750" spc="-16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EBECEF"/>
                </a:solidFill>
                <a:latin typeface="Tahoma"/>
                <a:cs typeface="Tahoma"/>
              </a:rPr>
              <a:t>Losses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400" spc="-70">
                <a:solidFill>
                  <a:srgbClr val="EBECEF"/>
                </a:solidFill>
                <a:latin typeface="Verdana"/>
                <a:cs typeface="Verdana"/>
              </a:rPr>
              <a:t>Minimize</a:t>
            </a:r>
            <a:r>
              <a:rPr dirty="0" sz="1400" spc="-1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BECEF"/>
                </a:solidFill>
                <a:latin typeface="Verdana"/>
                <a:cs typeface="Verdana"/>
              </a:rPr>
              <a:t>fraud-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related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losses</a:t>
            </a:r>
            <a:r>
              <a:rPr dirty="0" sz="1400" spc="-1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by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catching</a:t>
            </a:r>
            <a:r>
              <a:rPr dirty="0" sz="1400" spc="-1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threats</a:t>
            </a:r>
            <a:r>
              <a:rPr dirty="0" sz="1400" spc="-1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before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they</a:t>
            </a:r>
            <a:r>
              <a:rPr dirty="0" sz="1400" spc="-1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escalate.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800725" y="3988435"/>
            <a:ext cx="5534025" cy="2354580"/>
            <a:chOff x="5800725" y="3988435"/>
            <a:chExt cx="5534025" cy="2354580"/>
          </a:xfrm>
        </p:grpSpPr>
        <p:sp>
          <p:nvSpPr>
            <p:cNvPr id="32" name="object 32" descr=""/>
            <p:cNvSpPr/>
            <p:nvPr/>
          </p:nvSpPr>
          <p:spPr>
            <a:xfrm>
              <a:off x="5810250" y="3997960"/>
              <a:ext cx="4991100" cy="1933575"/>
            </a:xfrm>
            <a:custGeom>
              <a:avLst/>
              <a:gdLst/>
              <a:ahLst/>
              <a:cxnLst/>
              <a:rect l="l" t="t" r="r" b="b"/>
              <a:pathLst>
                <a:path w="4991100" h="1933575">
                  <a:moveTo>
                    <a:pt x="4942078" y="0"/>
                  </a:moveTo>
                  <a:lnTo>
                    <a:pt x="49022" y="0"/>
                  </a:lnTo>
                  <a:lnTo>
                    <a:pt x="45592" y="381"/>
                  </a:lnTo>
                  <a:lnTo>
                    <a:pt x="10795" y="20447"/>
                  </a:lnTo>
                  <a:lnTo>
                    <a:pt x="0" y="49022"/>
                  </a:lnTo>
                  <a:lnTo>
                    <a:pt x="0" y="1884527"/>
                  </a:lnTo>
                  <a:lnTo>
                    <a:pt x="17779" y="1920633"/>
                  </a:lnTo>
                  <a:lnTo>
                    <a:pt x="49022" y="1933575"/>
                  </a:lnTo>
                  <a:lnTo>
                    <a:pt x="4942078" y="1933575"/>
                  </a:lnTo>
                  <a:lnTo>
                    <a:pt x="4978146" y="1915756"/>
                  </a:lnTo>
                  <a:lnTo>
                    <a:pt x="4991100" y="1884527"/>
                  </a:lnTo>
                  <a:lnTo>
                    <a:pt x="4991100" y="49022"/>
                  </a:lnTo>
                  <a:lnTo>
                    <a:pt x="4973320" y="12954"/>
                  </a:lnTo>
                  <a:lnTo>
                    <a:pt x="4945507" y="381"/>
                  </a:lnTo>
                  <a:lnTo>
                    <a:pt x="4942078" y="0"/>
                  </a:lnTo>
                  <a:close/>
                </a:path>
              </a:pathLst>
            </a:custGeom>
            <a:solidFill>
              <a:srgbClr val="0E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810250" y="3997960"/>
              <a:ext cx="4991100" cy="1933575"/>
            </a:xfrm>
            <a:custGeom>
              <a:avLst/>
              <a:gdLst/>
              <a:ahLst/>
              <a:cxnLst/>
              <a:rect l="l" t="t" r="r" b="b"/>
              <a:pathLst>
                <a:path w="4991100" h="1933575">
                  <a:moveTo>
                    <a:pt x="0" y="1881073"/>
                  </a:moveTo>
                  <a:lnTo>
                    <a:pt x="0" y="52451"/>
                  </a:lnTo>
                  <a:lnTo>
                    <a:pt x="0" y="49022"/>
                  </a:lnTo>
                  <a:lnTo>
                    <a:pt x="380" y="45593"/>
                  </a:lnTo>
                  <a:lnTo>
                    <a:pt x="15366" y="15367"/>
                  </a:lnTo>
                  <a:lnTo>
                    <a:pt x="17779" y="12954"/>
                  </a:lnTo>
                  <a:lnTo>
                    <a:pt x="20447" y="10795"/>
                  </a:lnTo>
                  <a:lnTo>
                    <a:pt x="23367" y="8890"/>
                  </a:lnTo>
                  <a:lnTo>
                    <a:pt x="26162" y="6985"/>
                  </a:lnTo>
                  <a:lnTo>
                    <a:pt x="29210" y="5334"/>
                  </a:lnTo>
                  <a:lnTo>
                    <a:pt x="32385" y="4064"/>
                  </a:lnTo>
                  <a:lnTo>
                    <a:pt x="35560" y="2667"/>
                  </a:lnTo>
                  <a:lnTo>
                    <a:pt x="38862" y="1651"/>
                  </a:lnTo>
                  <a:lnTo>
                    <a:pt x="42290" y="1016"/>
                  </a:lnTo>
                  <a:lnTo>
                    <a:pt x="45592" y="381"/>
                  </a:lnTo>
                  <a:lnTo>
                    <a:pt x="49022" y="0"/>
                  </a:lnTo>
                  <a:lnTo>
                    <a:pt x="52450" y="0"/>
                  </a:lnTo>
                  <a:lnTo>
                    <a:pt x="4938649" y="0"/>
                  </a:lnTo>
                  <a:lnTo>
                    <a:pt x="4942078" y="0"/>
                  </a:lnTo>
                  <a:lnTo>
                    <a:pt x="4945507" y="381"/>
                  </a:lnTo>
                  <a:lnTo>
                    <a:pt x="4948808" y="1016"/>
                  </a:lnTo>
                  <a:lnTo>
                    <a:pt x="4952238" y="1651"/>
                  </a:lnTo>
                  <a:lnTo>
                    <a:pt x="4955540" y="2667"/>
                  </a:lnTo>
                  <a:lnTo>
                    <a:pt x="4958715" y="4064"/>
                  </a:lnTo>
                  <a:lnTo>
                    <a:pt x="4961890" y="5334"/>
                  </a:lnTo>
                  <a:lnTo>
                    <a:pt x="4964938" y="6985"/>
                  </a:lnTo>
                  <a:lnTo>
                    <a:pt x="4967732" y="8890"/>
                  </a:lnTo>
                  <a:lnTo>
                    <a:pt x="4970653" y="10795"/>
                  </a:lnTo>
                  <a:lnTo>
                    <a:pt x="4973320" y="12954"/>
                  </a:lnTo>
                  <a:lnTo>
                    <a:pt x="4975733" y="15367"/>
                  </a:lnTo>
                  <a:lnTo>
                    <a:pt x="4978146" y="17780"/>
                  </a:lnTo>
                  <a:lnTo>
                    <a:pt x="4980305" y="20447"/>
                  </a:lnTo>
                  <a:lnTo>
                    <a:pt x="4982209" y="23368"/>
                  </a:lnTo>
                  <a:lnTo>
                    <a:pt x="4984115" y="26162"/>
                  </a:lnTo>
                  <a:lnTo>
                    <a:pt x="4985766" y="29210"/>
                  </a:lnTo>
                  <a:lnTo>
                    <a:pt x="4987035" y="32385"/>
                  </a:lnTo>
                  <a:lnTo>
                    <a:pt x="4988433" y="35560"/>
                  </a:lnTo>
                  <a:lnTo>
                    <a:pt x="4989449" y="38862"/>
                  </a:lnTo>
                  <a:lnTo>
                    <a:pt x="4990083" y="42291"/>
                  </a:lnTo>
                  <a:lnTo>
                    <a:pt x="4990719" y="45593"/>
                  </a:lnTo>
                  <a:lnTo>
                    <a:pt x="4991100" y="49022"/>
                  </a:lnTo>
                  <a:lnTo>
                    <a:pt x="4991100" y="52451"/>
                  </a:lnTo>
                  <a:lnTo>
                    <a:pt x="4991100" y="1881073"/>
                  </a:lnTo>
                  <a:lnTo>
                    <a:pt x="4991100" y="1884527"/>
                  </a:lnTo>
                  <a:lnTo>
                    <a:pt x="4990719" y="1887931"/>
                  </a:lnTo>
                  <a:lnTo>
                    <a:pt x="4982209" y="1910245"/>
                  </a:lnTo>
                  <a:lnTo>
                    <a:pt x="4980305" y="1913102"/>
                  </a:lnTo>
                  <a:lnTo>
                    <a:pt x="4978146" y="1915756"/>
                  </a:lnTo>
                  <a:lnTo>
                    <a:pt x="4975733" y="1918195"/>
                  </a:lnTo>
                  <a:lnTo>
                    <a:pt x="4973320" y="1920633"/>
                  </a:lnTo>
                  <a:lnTo>
                    <a:pt x="4970653" y="1922805"/>
                  </a:lnTo>
                  <a:lnTo>
                    <a:pt x="4967732" y="1924723"/>
                  </a:lnTo>
                  <a:lnTo>
                    <a:pt x="4964938" y="1926640"/>
                  </a:lnTo>
                  <a:lnTo>
                    <a:pt x="4948808" y="1932559"/>
                  </a:lnTo>
                  <a:lnTo>
                    <a:pt x="4945507" y="1933232"/>
                  </a:lnTo>
                  <a:lnTo>
                    <a:pt x="4942078" y="1933575"/>
                  </a:lnTo>
                  <a:lnTo>
                    <a:pt x="4938649" y="1933575"/>
                  </a:lnTo>
                  <a:lnTo>
                    <a:pt x="52450" y="1933575"/>
                  </a:lnTo>
                  <a:lnTo>
                    <a:pt x="49022" y="1933575"/>
                  </a:lnTo>
                  <a:lnTo>
                    <a:pt x="45592" y="1933232"/>
                  </a:lnTo>
                  <a:lnTo>
                    <a:pt x="42290" y="1932559"/>
                  </a:lnTo>
                  <a:lnTo>
                    <a:pt x="38862" y="1931898"/>
                  </a:lnTo>
                  <a:lnTo>
                    <a:pt x="0" y="1884527"/>
                  </a:lnTo>
                  <a:lnTo>
                    <a:pt x="0" y="1881073"/>
                  </a:lnTo>
                  <a:close/>
                </a:path>
              </a:pathLst>
            </a:custGeom>
            <a:ln w="19050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0750" y="4178935"/>
              <a:ext cx="533400" cy="53340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8290" y="4337418"/>
              <a:ext cx="249821" cy="227088"/>
            </a:xfrm>
            <a:prstGeom prst="rect">
              <a:avLst/>
            </a:prstGeom>
          </p:spPr>
        </p:pic>
        <p:pic>
          <p:nvPicPr>
            <p:cNvPr id="36" name="object 36" descr="">
              <a:hlinkClick r:id="rId12"/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80245" y="5923534"/>
              <a:ext cx="1754504" cy="419100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5987288" y="4878704"/>
            <a:ext cx="326961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70" b="1">
                <a:solidFill>
                  <a:srgbClr val="EBECEF"/>
                </a:solidFill>
                <a:latin typeface="Tahoma"/>
                <a:cs typeface="Tahoma"/>
              </a:rPr>
              <a:t>Provide</a:t>
            </a:r>
            <a:r>
              <a:rPr dirty="0" sz="1750" spc="-12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80" b="1">
                <a:solidFill>
                  <a:srgbClr val="EBECEF"/>
                </a:solidFill>
                <a:latin typeface="Tahoma"/>
                <a:cs typeface="Tahoma"/>
              </a:rPr>
              <a:t>Transaction</a:t>
            </a:r>
            <a:r>
              <a:rPr dirty="0" sz="1750" spc="-9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50" b="1">
                <a:solidFill>
                  <a:srgbClr val="EBECEF"/>
                </a:solidFill>
                <a:latin typeface="Tahoma"/>
                <a:cs typeface="Tahoma"/>
              </a:rPr>
              <a:t>Monitoring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007353" y="5329885"/>
            <a:ext cx="3711575" cy="172085"/>
            <a:chOff x="6007353" y="5329885"/>
            <a:chExt cx="3711575" cy="172085"/>
          </a:xfrm>
        </p:grpSpPr>
        <p:sp>
          <p:nvSpPr>
            <p:cNvPr id="39" name="object 39" descr=""/>
            <p:cNvSpPr/>
            <p:nvPr/>
          </p:nvSpPr>
          <p:spPr>
            <a:xfrm>
              <a:off x="6007353" y="5329885"/>
              <a:ext cx="392430" cy="138430"/>
            </a:xfrm>
            <a:custGeom>
              <a:avLst/>
              <a:gdLst/>
              <a:ahLst/>
              <a:cxnLst/>
              <a:rect l="l" t="t" r="r" b="b"/>
              <a:pathLst>
                <a:path w="392429" h="138429">
                  <a:moveTo>
                    <a:pt x="61975" y="3975"/>
                  </a:moveTo>
                  <a:lnTo>
                    <a:pt x="45720" y="3975"/>
                  </a:lnTo>
                  <a:lnTo>
                    <a:pt x="38325" y="5486"/>
                  </a:lnTo>
                  <a:lnTo>
                    <a:pt x="6347" y="34213"/>
                  </a:lnTo>
                  <a:lnTo>
                    <a:pt x="0" y="70954"/>
                  </a:lnTo>
                  <a:lnTo>
                    <a:pt x="238" y="78717"/>
                  </a:lnTo>
                  <a:lnTo>
                    <a:pt x="14605" y="120332"/>
                  </a:lnTo>
                  <a:lnTo>
                    <a:pt x="16814" y="123088"/>
                  </a:lnTo>
                  <a:lnTo>
                    <a:pt x="45593" y="137858"/>
                  </a:lnTo>
                  <a:lnTo>
                    <a:pt x="62103" y="137858"/>
                  </a:lnTo>
                  <a:lnTo>
                    <a:pt x="69469" y="136385"/>
                  </a:lnTo>
                  <a:lnTo>
                    <a:pt x="82423" y="130517"/>
                  </a:lnTo>
                  <a:lnTo>
                    <a:pt x="88137" y="126149"/>
                  </a:lnTo>
                  <a:lnTo>
                    <a:pt x="90610" y="123088"/>
                  </a:lnTo>
                  <a:lnTo>
                    <a:pt x="53848" y="123088"/>
                  </a:lnTo>
                  <a:lnTo>
                    <a:pt x="45630" y="122250"/>
                  </a:lnTo>
                  <a:lnTo>
                    <a:pt x="18573" y="93281"/>
                  </a:lnTo>
                  <a:lnTo>
                    <a:pt x="16001" y="70954"/>
                  </a:lnTo>
                  <a:lnTo>
                    <a:pt x="16642" y="59153"/>
                  </a:lnTo>
                  <a:lnTo>
                    <a:pt x="38052" y="22131"/>
                  </a:lnTo>
                  <a:lnTo>
                    <a:pt x="53848" y="18732"/>
                  </a:lnTo>
                  <a:lnTo>
                    <a:pt x="90644" y="18732"/>
                  </a:lnTo>
                  <a:lnTo>
                    <a:pt x="88265" y="15824"/>
                  </a:lnTo>
                  <a:lnTo>
                    <a:pt x="82676" y="11518"/>
                  </a:lnTo>
                  <a:lnTo>
                    <a:pt x="69469" y="5486"/>
                  </a:lnTo>
                  <a:lnTo>
                    <a:pt x="61975" y="3975"/>
                  </a:lnTo>
                  <a:close/>
                </a:path>
                <a:path w="392429" h="138429">
                  <a:moveTo>
                    <a:pt x="90644" y="18732"/>
                  </a:moveTo>
                  <a:lnTo>
                    <a:pt x="53848" y="18732"/>
                  </a:lnTo>
                  <a:lnTo>
                    <a:pt x="62083" y="19582"/>
                  </a:lnTo>
                  <a:lnTo>
                    <a:pt x="69437" y="22131"/>
                  </a:lnTo>
                  <a:lnTo>
                    <a:pt x="90818" y="59153"/>
                  </a:lnTo>
                  <a:lnTo>
                    <a:pt x="91440" y="70954"/>
                  </a:lnTo>
                  <a:lnTo>
                    <a:pt x="90816" y="82861"/>
                  </a:lnTo>
                  <a:lnTo>
                    <a:pt x="69278" y="119734"/>
                  </a:lnTo>
                  <a:lnTo>
                    <a:pt x="53848" y="123088"/>
                  </a:lnTo>
                  <a:lnTo>
                    <a:pt x="90610" y="123088"/>
                  </a:lnTo>
                  <a:lnTo>
                    <a:pt x="92837" y="120332"/>
                  </a:lnTo>
                  <a:lnTo>
                    <a:pt x="97536" y="114744"/>
                  </a:lnTo>
                  <a:lnTo>
                    <a:pt x="101092" y="107772"/>
                  </a:lnTo>
                  <a:lnTo>
                    <a:pt x="103632" y="99402"/>
                  </a:lnTo>
                  <a:lnTo>
                    <a:pt x="105203" y="93281"/>
                  </a:lnTo>
                  <a:lnTo>
                    <a:pt x="105297" y="92918"/>
                  </a:lnTo>
                  <a:lnTo>
                    <a:pt x="106484" y="86039"/>
                  </a:lnTo>
                  <a:lnTo>
                    <a:pt x="107201" y="78717"/>
                  </a:lnTo>
                  <a:lnTo>
                    <a:pt x="107442" y="70954"/>
                  </a:lnTo>
                  <a:lnTo>
                    <a:pt x="107208" y="63301"/>
                  </a:lnTo>
                  <a:lnTo>
                    <a:pt x="97536" y="27165"/>
                  </a:lnTo>
                  <a:lnTo>
                    <a:pt x="90644" y="18732"/>
                  </a:lnTo>
                  <a:close/>
                </a:path>
                <a:path w="392429" h="138429">
                  <a:moveTo>
                    <a:pt x="145796" y="52400"/>
                  </a:moveTo>
                  <a:lnTo>
                    <a:pt x="131191" y="52400"/>
                  </a:lnTo>
                  <a:lnTo>
                    <a:pt x="131191" y="135178"/>
                  </a:lnTo>
                  <a:lnTo>
                    <a:pt x="145796" y="135178"/>
                  </a:lnTo>
                  <a:lnTo>
                    <a:pt x="145796" y="52400"/>
                  </a:lnTo>
                  <a:close/>
                </a:path>
                <a:path w="392429" h="138429">
                  <a:moveTo>
                    <a:pt x="200660" y="52400"/>
                  </a:moveTo>
                  <a:lnTo>
                    <a:pt x="186055" y="52400"/>
                  </a:lnTo>
                  <a:lnTo>
                    <a:pt x="186055" y="135178"/>
                  </a:lnTo>
                  <a:lnTo>
                    <a:pt x="200660" y="135178"/>
                  </a:lnTo>
                  <a:lnTo>
                    <a:pt x="200660" y="52400"/>
                  </a:lnTo>
                  <a:close/>
                </a:path>
                <a:path w="392429" h="138429">
                  <a:moveTo>
                    <a:pt x="171704" y="38760"/>
                  </a:moveTo>
                  <a:lnTo>
                    <a:pt x="121412" y="38760"/>
                  </a:lnTo>
                  <a:lnTo>
                    <a:pt x="121412" y="52400"/>
                  </a:lnTo>
                  <a:lnTo>
                    <a:pt x="171704" y="52400"/>
                  </a:lnTo>
                  <a:lnTo>
                    <a:pt x="171704" y="38760"/>
                  </a:lnTo>
                  <a:close/>
                </a:path>
                <a:path w="392429" h="138429">
                  <a:moveTo>
                    <a:pt x="226568" y="38760"/>
                  </a:moveTo>
                  <a:lnTo>
                    <a:pt x="176275" y="38760"/>
                  </a:lnTo>
                  <a:lnTo>
                    <a:pt x="176275" y="52400"/>
                  </a:lnTo>
                  <a:lnTo>
                    <a:pt x="226568" y="52400"/>
                  </a:lnTo>
                  <a:lnTo>
                    <a:pt x="226568" y="38760"/>
                  </a:lnTo>
                  <a:close/>
                </a:path>
                <a:path w="392429" h="138429">
                  <a:moveTo>
                    <a:pt x="164337" y="0"/>
                  </a:moveTo>
                  <a:lnTo>
                    <a:pt x="151511" y="0"/>
                  </a:lnTo>
                  <a:lnTo>
                    <a:pt x="144018" y="3060"/>
                  </a:lnTo>
                  <a:lnTo>
                    <a:pt x="138937" y="9194"/>
                  </a:lnTo>
                  <a:lnTo>
                    <a:pt x="135615" y="14160"/>
                  </a:lnTo>
                  <a:lnTo>
                    <a:pt x="135530" y="14287"/>
                  </a:lnTo>
                  <a:lnTo>
                    <a:pt x="133111" y="20381"/>
                  </a:lnTo>
                  <a:lnTo>
                    <a:pt x="131669" y="27473"/>
                  </a:lnTo>
                  <a:lnTo>
                    <a:pt x="131191" y="35559"/>
                  </a:lnTo>
                  <a:lnTo>
                    <a:pt x="131191" y="38760"/>
                  </a:lnTo>
                  <a:lnTo>
                    <a:pt x="145415" y="38760"/>
                  </a:lnTo>
                  <a:lnTo>
                    <a:pt x="145415" y="27473"/>
                  </a:lnTo>
                  <a:lnTo>
                    <a:pt x="146812" y="21856"/>
                  </a:lnTo>
                  <a:lnTo>
                    <a:pt x="152400" y="15697"/>
                  </a:lnTo>
                  <a:lnTo>
                    <a:pt x="156972" y="14160"/>
                  </a:lnTo>
                  <a:lnTo>
                    <a:pt x="177165" y="14160"/>
                  </a:lnTo>
                  <a:lnTo>
                    <a:pt x="177165" y="1727"/>
                  </a:lnTo>
                  <a:lnTo>
                    <a:pt x="175006" y="1269"/>
                  </a:lnTo>
                  <a:lnTo>
                    <a:pt x="172593" y="863"/>
                  </a:lnTo>
                  <a:lnTo>
                    <a:pt x="167386" y="177"/>
                  </a:lnTo>
                  <a:lnTo>
                    <a:pt x="164337" y="0"/>
                  </a:lnTo>
                  <a:close/>
                </a:path>
                <a:path w="392429" h="138429">
                  <a:moveTo>
                    <a:pt x="219201" y="0"/>
                  </a:moveTo>
                  <a:lnTo>
                    <a:pt x="206375" y="0"/>
                  </a:lnTo>
                  <a:lnTo>
                    <a:pt x="198882" y="3060"/>
                  </a:lnTo>
                  <a:lnTo>
                    <a:pt x="193801" y="9194"/>
                  </a:lnTo>
                  <a:lnTo>
                    <a:pt x="190479" y="14160"/>
                  </a:lnTo>
                  <a:lnTo>
                    <a:pt x="190394" y="14287"/>
                  </a:lnTo>
                  <a:lnTo>
                    <a:pt x="187975" y="20381"/>
                  </a:lnTo>
                  <a:lnTo>
                    <a:pt x="186533" y="27473"/>
                  </a:lnTo>
                  <a:lnTo>
                    <a:pt x="186055" y="35559"/>
                  </a:lnTo>
                  <a:lnTo>
                    <a:pt x="186055" y="38760"/>
                  </a:lnTo>
                  <a:lnTo>
                    <a:pt x="200279" y="38760"/>
                  </a:lnTo>
                  <a:lnTo>
                    <a:pt x="200279" y="27473"/>
                  </a:lnTo>
                  <a:lnTo>
                    <a:pt x="201675" y="21856"/>
                  </a:lnTo>
                  <a:lnTo>
                    <a:pt x="207263" y="15697"/>
                  </a:lnTo>
                  <a:lnTo>
                    <a:pt x="211836" y="14160"/>
                  </a:lnTo>
                  <a:lnTo>
                    <a:pt x="232029" y="14160"/>
                  </a:lnTo>
                  <a:lnTo>
                    <a:pt x="232029" y="1727"/>
                  </a:lnTo>
                  <a:lnTo>
                    <a:pt x="229870" y="1269"/>
                  </a:lnTo>
                  <a:lnTo>
                    <a:pt x="227457" y="863"/>
                  </a:lnTo>
                  <a:lnTo>
                    <a:pt x="222250" y="177"/>
                  </a:lnTo>
                  <a:lnTo>
                    <a:pt x="219201" y="0"/>
                  </a:lnTo>
                  <a:close/>
                </a:path>
                <a:path w="392429" h="138429">
                  <a:moveTo>
                    <a:pt x="177165" y="14160"/>
                  </a:moveTo>
                  <a:lnTo>
                    <a:pt x="165226" y="14160"/>
                  </a:lnTo>
                  <a:lnTo>
                    <a:pt x="167512" y="14427"/>
                  </a:lnTo>
                  <a:lnTo>
                    <a:pt x="170053" y="14973"/>
                  </a:lnTo>
                  <a:lnTo>
                    <a:pt x="172720" y="15519"/>
                  </a:lnTo>
                  <a:lnTo>
                    <a:pt x="174751" y="16052"/>
                  </a:lnTo>
                  <a:lnTo>
                    <a:pt x="176403" y="16573"/>
                  </a:lnTo>
                  <a:lnTo>
                    <a:pt x="177165" y="16573"/>
                  </a:lnTo>
                  <a:lnTo>
                    <a:pt x="177165" y="14160"/>
                  </a:lnTo>
                  <a:close/>
                </a:path>
                <a:path w="392429" h="138429">
                  <a:moveTo>
                    <a:pt x="232029" y="14160"/>
                  </a:moveTo>
                  <a:lnTo>
                    <a:pt x="220091" y="14160"/>
                  </a:lnTo>
                  <a:lnTo>
                    <a:pt x="222376" y="14427"/>
                  </a:lnTo>
                  <a:lnTo>
                    <a:pt x="224917" y="14973"/>
                  </a:lnTo>
                  <a:lnTo>
                    <a:pt x="227584" y="15519"/>
                  </a:lnTo>
                  <a:lnTo>
                    <a:pt x="229616" y="16052"/>
                  </a:lnTo>
                  <a:lnTo>
                    <a:pt x="231267" y="16573"/>
                  </a:lnTo>
                  <a:lnTo>
                    <a:pt x="232029" y="16573"/>
                  </a:lnTo>
                  <a:lnTo>
                    <a:pt x="232029" y="14160"/>
                  </a:lnTo>
                  <a:close/>
                </a:path>
                <a:path w="392429" h="138429">
                  <a:moveTo>
                    <a:pt x="279273" y="36080"/>
                  </a:moveTo>
                  <a:lnTo>
                    <a:pt x="243591" y="57537"/>
                  </a:lnTo>
                  <a:lnTo>
                    <a:pt x="237109" y="87528"/>
                  </a:lnTo>
                  <a:lnTo>
                    <a:pt x="237869" y="98801"/>
                  </a:lnTo>
                  <a:lnTo>
                    <a:pt x="240103" y="108546"/>
                  </a:lnTo>
                  <a:lnTo>
                    <a:pt x="240141" y="108710"/>
                  </a:lnTo>
                  <a:lnTo>
                    <a:pt x="272850" y="136651"/>
                  </a:lnTo>
                  <a:lnTo>
                    <a:pt x="273183" y="136651"/>
                  </a:lnTo>
                  <a:lnTo>
                    <a:pt x="282956" y="137426"/>
                  </a:lnTo>
                  <a:lnTo>
                    <a:pt x="288544" y="137426"/>
                  </a:lnTo>
                  <a:lnTo>
                    <a:pt x="294005" y="136651"/>
                  </a:lnTo>
                  <a:lnTo>
                    <a:pt x="304165" y="133540"/>
                  </a:lnTo>
                  <a:lnTo>
                    <a:pt x="309245" y="131610"/>
                  </a:lnTo>
                  <a:lnTo>
                    <a:pt x="314198" y="129311"/>
                  </a:lnTo>
                  <a:lnTo>
                    <a:pt x="314198" y="123266"/>
                  </a:lnTo>
                  <a:lnTo>
                    <a:pt x="278257" y="123266"/>
                  </a:lnTo>
                  <a:lnTo>
                    <a:pt x="274193" y="122580"/>
                  </a:lnTo>
                  <a:lnTo>
                    <a:pt x="266826" y="119811"/>
                  </a:lnTo>
                  <a:lnTo>
                    <a:pt x="263651" y="117741"/>
                  </a:lnTo>
                  <a:lnTo>
                    <a:pt x="260985" y="114985"/>
                  </a:lnTo>
                  <a:lnTo>
                    <a:pt x="258191" y="112153"/>
                  </a:lnTo>
                  <a:lnTo>
                    <a:pt x="256008" y="108710"/>
                  </a:lnTo>
                  <a:lnTo>
                    <a:pt x="255905" y="108546"/>
                  </a:lnTo>
                  <a:lnTo>
                    <a:pt x="254381" y="104139"/>
                  </a:lnTo>
                  <a:lnTo>
                    <a:pt x="252730" y="99745"/>
                  </a:lnTo>
                  <a:lnTo>
                    <a:pt x="251968" y="94576"/>
                  </a:lnTo>
                  <a:lnTo>
                    <a:pt x="251968" y="88645"/>
                  </a:lnTo>
                  <a:lnTo>
                    <a:pt x="315849" y="88645"/>
                  </a:lnTo>
                  <a:lnTo>
                    <a:pt x="315849" y="79844"/>
                  </a:lnTo>
                  <a:lnTo>
                    <a:pt x="315636" y="76315"/>
                  </a:lnTo>
                  <a:lnTo>
                    <a:pt x="251960" y="76315"/>
                  </a:lnTo>
                  <a:lnTo>
                    <a:pt x="252492" y="69955"/>
                  </a:lnTo>
                  <a:lnTo>
                    <a:pt x="252603" y="68630"/>
                  </a:lnTo>
                  <a:lnTo>
                    <a:pt x="255143" y="62268"/>
                  </a:lnTo>
                  <a:lnTo>
                    <a:pt x="259842" y="57149"/>
                  </a:lnTo>
                  <a:lnTo>
                    <a:pt x="264413" y="52019"/>
                  </a:lnTo>
                  <a:lnTo>
                    <a:pt x="270637" y="49466"/>
                  </a:lnTo>
                  <a:lnTo>
                    <a:pt x="307643" y="49466"/>
                  </a:lnTo>
                  <a:lnTo>
                    <a:pt x="306324" y="47472"/>
                  </a:lnTo>
                  <a:lnTo>
                    <a:pt x="301061" y="42488"/>
                  </a:lnTo>
                  <a:lnTo>
                    <a:pt x="294798" y="38928"/>
                  </a:lnTo>
                  <a:lnTo>
                    <a:pt x="287535" y="36792"/>
                  </a:lnTo>
                  <a:lnTo>
                    <a:pt x="279273" y="36080"/>
                  </a:lnTo>
                  <a:close/>
                </a:path>
                <a:path w="392429" h="138429">
                  <a:moveTo>
                    <a:pt x="314198" y="111607"/>
                  </a:moveTo>
                  <a:lnTo>
                    <a:pt x="313436" y="111607"/>
                  </a:lnTo>
                  <a:lnTo>
                    <a:pt x="310896" y="114147"/>
                  </a:lnTo>
                  <a:lnTo>
                    <a:pt x="306578" y="116725"/>
                  </a:lnTo>
                  <a:lnTo>
                    <a:pt x="294640" y="121958"/>
                  </a:lnTo>
                  <a:lnTo>
                    <a:pt x="288671" y="123266"/>
                  </a:lnTo>
                  <a:lnTo>
                    <a:pt x="314198" y="123266"/>
                  </a:lnTo>
                  <a:lnTo>
                    <a:pt x="314198" y="111607"/>
                  </a:lnTo>
                  <a:close/>
                </a:path>
                <a:path w="392429" h="138429">
                  <a:moveTo>
                    <a:pt x="307643" y="49466"/>
                  </a:moveTo>
                  <a:lnTo>
                    <a:pt x="286258" y="49466"/>
                  </a:lnTo>
                  <a:lnTo>
                    <a:pt x="292100" y="51790"/>
                  </a:lnTo>
                  <a:lnTo>
                    <a:pt x="299720" y="61112"/>
                  </a:lnTo>
                  <a:lnTo>
                    <a:pt x="301625" y="67703"/>
                  </a:lnTo>
                  <a:lnTo>
                    <a:pt x="301625" y="76315"/>
                  </a:lnTo>
                  <a:lnTo>
                    <a:pt x="315636" y="76315"/>
                  </a:lnTo>
                  <a:lnTo>
                    <a:pt x="315253" y="69955"/>
                  </a:lnTo>
                  <a:lnTo>
                    <a:pt x="313467" y="61263"/>
                  </a:lnTo>
                  <a:lnTo>
                    <a:pt x="310491" y="53768"/>
                  </a:lnTo>
                  <a:lnTo>
                    <a:pt x="307643" y="49466"/>
                  </a:lnTo>
                  <a:close/>
                </a:path>
                <a:path w="392429" h="138429">
                  <a:moveTo>
                    <a:pt x="352298" y="38836"/>
                  </a:moveTo>
                  <a:lnTo>
                    <a:pt x="337693" y="38836"/>
                  </a:lnTo>
                  <a:lnTo>
                    <a:pt x="337693" y="135178"/>
                  </a:lnTo>
                  <a:lnTo>
                    <a:pt x="352298" y="135178"/>
                  </a:lnTo>
                  <a:lnTo>
                    <a:pt x="352298" y="66725"/>
                  </a:lnTo>
                  <a:lnTo>
                    <a:pt x="356235" y="63220"/>
                  </a:lnTo>
                  <a:lnTo>
                    <a:pt x="360299" y="60350"/>
                  </a:lnTo>
                  <a:lnTo>
                    <a:pt x="368681" y="55918"/>
                  </a:lnTo>
                  <a:lnTo>
                    <a:pt x="372999" y="54813"/>
                  </a:lnTo>
                  <a:lnTo>
                    <a:pt x="391922" y="54813"/>
                  </a:lnTo>
                  <a:lnTo>
                    <a:pt x="391922" y="52997"/>
                  </a:lnTo>
                  <a:lnTo>
                    <a:pt x="352298" y="52997"/>
                  </a:lnTo>
                  <a:lnTo>
                    <a:pt x="352298" y="38836"/>
                  </a:lnTo>
                  <a:close/>
                </a:path>
                <a:path w="392429" h="138429">
                  <a:moveTo>
                    <a:pt x="391922" y="54813"/>
                  </a:moveTo>
                  <a:lnTo>
                    <a:pt x="380238" y="54813"/>
                  </a:lnTo>
                  <a:lnTo>
                    <a:pt x="382650" y="54940"/>
                  </a:lnTo>
                  <a:lnTo>
                    <a:pt x="386842" y="55460"/>
                  </a:lnTo>
                  <a:lnTo>
                    <a:pt x="389017" y="55918"/>
                  </a:lnTo>
                  <a:lnTo>
                    <a:pt x="391033" y="56451"/>
                  </a:lnTo>
                  <a:lnTo>
                    <a:pt x="391922" y="56451"/>
                  </a:lnTo>
                  <a:lnTo>
                    <a:pt x="391922" y="54813"/>
                  </a:lnTo>
                  <a:close/>
                </a:path>
                <a:path w="392429" h="138429">
                  <a:moveTo>
                    <a:pt x="385572" y="38836"/>
                  </a:moveTo>
                  <a:lnTo>
                    <a:pt x="376241" y="38836"/>
                  </a:lnTo>
                  <a:lnTo>
                    <a:pt x="372110" y="39839"/>
                  </a:lnTo>
                  <a:lnTo>
                    <a:pt x="363220" y="44157"/>
                  </a:lnTo>
                  <a:lnTo>
                    <a:pt x="358140" y="47828"/>
                  </a:lnTo>
                  <a:lnTo>
                    <a:pt x="352298" y="52997"/>
                  </a:lnTo>
                  <a:lnTo>
                    <a:pt x="391922" y="52997"/>
                  </a:lnTo>
                  <a:lnTo>
                    <a:pt x="391922" y="39839"/>
                  </a:lnTo>
                  <a:lnTo>
                    <a:pt x="392216" y="39839"/>
                  </a:lnTo>
                  <a:lnTo>
                    <a:pt x="389636" y="39395"/>
                  </a:lnTo>
                  <a:lnTo>
                    <a:pt x="387858" y="39115"/>
                  </a:lnTo>
                  <a:lnTo>
                    <a:pt x="385572" y="38836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51599" y="5335663"/>
              <a:ext cx="857630" cy="132079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7372223" y="5330748"/>
              <a:ext cx="1402080" cy="171450"/>
            </a:xfrm>
            <a:custGeom>
              <a:avLst/>
              <a:gdLst/>
              <a:ahLst/>
              <a:cxnLst/>
              <a:rect l="l" t="t" r="r" b="b"/>
              <a:pathLst>
                <a:path w="1402079" h="171450">
                  <a:moveTo>
                    <a:pt x="80137" y="86144"/>
                  </a:moveTo>
                  <a:lnTo>
                    <a:pt x="79438" y="74980"/>
                  </a:lnTo>
                  <a:lnTo>
                    <a:pt x="77381" y="65062"/>
                  </a:lnTo>
                  <a:lnTo>
                    <a:pt x="73964" y="56362"/>
                  </a:lnTo>
                  <a:lnTo>
                    <a:pt x="69405" y="49199"/>
                  </a:lnTo>
                  <a:lnTo>
                    <a:pt x="69215" y="48895"/>
                  </a:lnTo>
                  <a:lnTo>
                    <a:pt x="65024" y="44653"/>
                  </a:lnTo>
                  <a:lnTo>
                    <a:pt x="65024" y="86144"/>
                  </a:lnTo>
                  <a:lnTo>
                    <a:pt x="64592" y="94742"/>
                  </a:lnTo>
                  <a:lnTo>
                    <a:pt x="47879" y="123012"/>
                  </a:lnTo>
                  <a:lnTo>
                    <a:pt x="32131" y="123012"/>
                  </a:lnTo>
                  <a:lnTo>
                    <a:pt x="15113" y="86144"/>
                  </a:lnTo>
                  <a:lnTo>
                    <a:pt x="15506" y="77393"/>
                  </a:lnTo>
                  <a:lnTo>
                    <a:pt x="32131" y="49199"/>
                  </a:lnTo>
                  <a:lnTo>
                    <a:pt x="47879" y="49199"/>
                  </a:lnTo>
                  <a:lnTo>
                    <a:pt x="65024" y="86144"/>
                  </a:lnTo>
                  <a:lnTo>
                    <a:pt x="65024" y="44653"/>
                  </a:lnTo>
                  <a:lnTo>
                    <a:pt x="63309" y="42913"/>
                  </a:lnTo>
                  <a:lnTo>
                    <a:pt x="56464" y="38646"/>
                  </a:lnTo>
                  <a:lnTo>
                    <a:pt x="48691" y="36080"/>
                  </a:lnTo>
                  <a:lnTo>
                    <a:pt x="40005" y="35217"/>
                  </a:lnTo>
                  <a:lnTo>
                    <a:pt x="31305" y="36080"/>
                  </a:lnTo>
                  <a:lnTo>
                    <a:pt x="2679" y="65062"/>
                  </a:lnTo>
                  <a:lnTo>
                    <a:pt x="0" y="86144"/>
                  </a:lnTo>
                  <a:lnTo>
                    <a:pt x="660" y="97307"/>
                  </a:lnTo>
                  <a:lnTo>
                    <a:pt x="23533" y="133591"/>
                  </a:lnTo>
                  <a:lnTo>
                    <a:pt x="40005" y="136994"/>
                  </a:lnTo>
                  <a:lnTo>
                    <a:pt x="48691" y="136144"/>
                  </a:lnTo>
                  <a:lnTo>
                    <a:pt x="56464" y="133591"/>
                  </a:lnTo>
                  <a:lnTo>
                    <a:pt x="63309" y="129324"/>
                  </a:lnTo>
                  <a:lnTo>
                    <a:pt x="69215" y="123355"/>
                  </a:lnTo>
                  <a:lnTo>
                    <a:pt x="69430" y="123012"/>
                  </a:lnTo>
                  <a:lnTo>
                    <a:pt x="73964" y="115925"/>
                  </a:lnTo>
                  <a:lnTo>
                    <a:pt x="77381" y="107238"/>
                  </a:lnTo>
                  <a:lnTo>
                    <a:pt x="79438" y="97307"/>
                  </a:lnTo>
                  <a:lnTo>
                    <a:pt x="80137" y="86144"/>
                  </a:lnTo>
                  <a:close/>
                </a:path>
                <a:path w="1402079" h="171450">
                  <a:moveTo>
                    <a:pt x="178689" y="37896"/>
                  </a:moveTo>
                  <a:lnTo>
                    <a:pt x="163449" y="37896"/>
                  </a:lnTo>
                  <a:lnTo>
                    <a:pt x="136779" y="114630"/>
                  </a:lnTo>
                  <a:lnTo>
                    <a:pt x="109855" y="37896"/>
                  </a:lnTo>
                  <a:lnTo>
                    <a:pt x="93980" y="37896"/>
                  </a:lnTo>
                  <a:lnTo>
                    <a:pt x="128905" y="134315"/>
                  </a:lnTo>
                  <a:lnTo>
                    <a:pt x="143637" y="134315"/>
                  </a:lnTo>
                  <a:lnTo>
                    <a:pt x="150787" y="114630"/>
                  </a:lnTo>
                  <a:lnTo>
                    <a:pt x="178689" y="37896"/>
                  </a:lnTo>
                  <a:close/>
                </a:path>
                <a:path w="1402079" h="171450">
                  <a:moveTo>
                    <a:pt x="270764" y="78981"/>
                  </a:moveTo>
                  <a:lnTo>
                    <a:pt x="270548" y="75463"/>
                  </a:lnTo>
                  <a:lnTo>
                    <a:pt x="270167" y="69100"/>
                  </a:lnTo>
                  <a:lnTo>
                    <a:pt x="268376" y="60401"/>
                  </a:lnTo>
                  <a:lnTo>
                    <a:pt x="265404" y="52908"/>
                  </a:lnTo>
                  <a:lnTo>
                    <a:pt x="262547" y="48602"/>
                  </a:lnTo>
                  <a:lnTo>
                    <a:pt x="261239" y="46609"/>
                  </a:lnTo>
                  <a:lnTo>
                    <a:pt x="256540" y="42176"/>
                  </a:lnTo>
                  <a:lnTo>
                    <a:pt x="256540" y="66840"/>
                  </a:lnTo>
                  <a:lnTo>
                    <a:pt x="256540" y="75463"/>
                  </a:lnTo>
                  <a:lnTo>
                    <a:pt x="206870" y="75463"/>
                  </a:lnTo>
                  <a:lnTo>
                    <a:pt x="207403" y="69100"/>
                  </a:lnTo>
                  <a:lnTo>
                    <a:pt x="207518" y="67767"/>
                  </a:lnTo>
                  <a:lnTo>
                    <a:pt x="210058" y="61404"/>
                  </a:lnTo>
                  <a:lnTo>
                    <a:pt x="214757" y="56286"/>
                  </a:lnTo>
                  <a:lnTo>
                    <a:pt x="219329" y="51155"/>
                  </a:lnTo>
                  <a:lnTo>
                    <a:pt x="225552" y="48602"/>
                  </a:lnTo>
                  <a:lnTo>
                    <a:pt x="241173" y="48602"/>
                  </a:lnTo>
                  <a:lnTo>
                    <a:pt x="247015" y="50927"/>
                  </a:lnTo>
                  <a:lnTo>
                    <a:pt x="254635" y="60248"/>
                  </a:lnTo>
                  <a:lnTo>
                    <a:pt x="256540" y="66840"/>
                  </a:lnTo>
                  <a:lnTo>
                    <a:pt x="256540" y="42176"/>
                  </a:lnTo>
                  <a:lnTo>
                    <a:pt x="255968" y="41630"/>
                  </a:lnTo>
                  <a:lnTo>
                    <a:pt x="249707" y="38074"/>
                  </a:lnTo>
                  <a:lnTo>
                    <a:pt x="242443" y="35941"/>
                  </a:lnTo>
                  <a:lnTo>
                    <a:pt x="234188" y="35217"/>
                  </a:lnTo>
                  <a:lnTo>
                    <a:pt x="225132" y="36093"/>
                  </a:lnTo>
                  <a:lnTo>
                    <a:pt x="194894" y="65455"/>
                  </a:lnTo>
                  <a:lnTo>
                    <a:pt x="192024" y="86664"/>
                  </a:lnTo>
                  <a:lnTo>
                    <a:pt x="192773" y="97942"/>
                  </a:lnTo>
                  <a:lnTo>
                    <a:pt x="218592" y="133324"/>
                  </a:lnTo>
                  <a:lnTo>
                    <a:pt x="227761" y="135788"/>
                  </a:lnTo>
                  <a:lnTo>
                    <a:pt x="228092" y="135788"/>
                  </a:lnTo>
                  <a:lnTo>
                    <a:pt x="237871" y="136563"/>
                  </a:lnTo>
                  <a:lnTo>
                    <a:pt x="243459" y="136563"/>
                  </a:lnTo>
                  <a:lnTo>
                    <a:pt x="248920" y="135788"/>
                  </a:lnTo>
                  <a:lnTo>
                    <a:pt x="259080" y="132676"/>
                  </a:lnTo>
                  <a:lnTo>
                    <a:pt x="264160" y="130746"/>
                  </a:lnTo>
                  <a:lnTo>
                    <a:pt x="269113" y="128447"/>
                  </a:lnTo>
                  <a:lnTo>
                    <a:pt x="269113" y="122402"/>
                  </a:lnTo>
                  <a:lnTo>
                    <a:pt x="269113" y="110744"/>
                  </a:lnTo>
                  <a:lnTo>
                    <a:pt x="268351" y="110744"/>
                  </a:lnTo>
                  <a:lnTo>
                    <a:pt x="265811" y="113284"/>
                  </a:lnTo>
                  <a:lnTo>
                    <a:pt x="261493" y="115862"/>
                  </a:lnTo>
                  <a:lnTo>
                    <a:pt x="249555" y="121094"/>
                  </a:lnTo>
                  <a:lnTo>
                    <a:pt x="243586" y="122402"/>
                  </a:lnTo>
                  <a:lnTo>
                    <a:pt x="233172" y="122402"/>
                  </a:lnTo>
                  <a:lnTo>
                    <a:pt x="229108" y="121716"/>
                  </a:lnTo>
                  <a:lnTo>
                    <a:pt x="221742" y="118948"/>
                  </a:lnTo>
                  <a:lnTo>
                    <a:pt x="218567" y="116878"/>
                  </a:lnTo>
                  <a:lnTo>
                    <a:pt x="215900" y="114122"/>
                  </a:lnTo>
                  <a:lnTo>
                    <a:pt x="213106" y="111290"/>
                  </a:lnTo>
                  <a:lnTo>
                    <a:pt x="210921" y="107848"/>
                  </a:lnTo>
                  <a:lnTo>
                    <a:pt x="210820" y="107683"/>
                  </a:lnTo>
                  <a:lnTo>
                    <a:pt x="209296" y="103276"/>
                  </a:lnTo>
                  <a:lnTo>
                    <a:pt x="207645" y="98882"/>
                  </a:lnTo>
                  <a:lnTo>
                    <a:pt x="206883" y="93713"/>
                  </a:lnTo>
                  <a:lnTo>
                    <a:pt x="206883" y="87782"/>
                  </a:lnTo>
                  <a:lnTo>
                    <a:pt x="270764" y="87782"/>
                  </a:lnTo>
                  <a:lnTo>
                    <a:pt x="270764" y="78981"/>
                  </a:lnTo>
                  <a:close/>
                </a:path>
                <a:path w="1402079" h="171450">
                  <a:moveTo>
                    <a:pt x="347129" y="38976"/>
                  </a:moveTo>
                  <a:lnTo>
                    <a:pt x="344551" y="38531"/>
                  </a:lnTo>
                  <a:lnTo>
                    <a:pt x="342773" y="38252"/>
                  </a:lnTo>
                  <a:lnTo>
                    <a:pt x="340487" y="37973"/>
                  </a:lnTo>
                  <a:lnTo>
                    <a:pt x="331152" y="37973"/>
                  </a:lnTo>
                  <a:lnTo>
                    <a:pt x="327025" y="38976"/>
                  </a:lnTo>
                  <a:lnTo>
                    <a:pt x="318135" y="43294"/>
                  </a:lnTo>
                  <a:lnTo>
                    <a:pt x="313055" y="46964"/>
                  </a:lnTo>
                  <a:lnTo>
                    <a:pt x="307213" y="52133"/>
                  </a:lnTo>
                  <a:lnTo>
                    <a:pt x="307213" y="37973"/>
                  </a:lnTo>
                  <a:lnTo>
                    <a:pt x="292608" y="37973"/>
                  </a:lnTo>
                  <a:lnTo>
                    <a:pt x="292608" y="134315"/>
                  </a:lnTo>
                  <a:lnTo>
                    <a:pt x="307213" y="134315"/>
                  </a:lnTo>
                  <a:lnTo>
                    <a:pt x="307213" y="65862"/>
                  </a:lnTo>
                  <a:lnTo>
                    <a:pt x="311150" y="62357"/>
                  </a:lnTo>
                  <a:lnTo>
                    <a:pt x="315214" y="59486"/>
                  </a:lnTo>
                  <a:lnTo>
                    <a:pt x="323596" y="55054"/>
                  </a:lnTo>
                  <a:lnTo>
                    <a:pt x="327914" y="53949"/>
                  </a:lnTo>
                  <a:lnTo>
                    <a:pt x="335153" y="53949"/>
                  </a:lnTo>
                  <a:lnTo>
                    <a:pt x="337566" y="54076"/>
                  </a:lnTo>
                  <a:lnTo>
                    <a:pt x="341757" y="54597"/>
                  </a:lnTo>
                  <a:lnTo>
                    <a:pt x="343928" y="55054"/>
                  </a:lnTo>
                  <a:lnTo>
                    <a:pt x="345948" y="55587"/>
                  </a:lnTo>
                  <a:lnTo>
                    <a:pt x="346837" y="55587"/>
                  </a:lnTo>
                  <a:lnTo>
                    <a:pt x="346837" y="53949"/>
                  </a:lnTo>
                  <a:lnTo>
                    <a:pt x="346837" y="52133"/>
                  </a:lnTo>
                  <a:lnTo>
                    <a:pt x="346837" y="38976"/>
                  </a:lnTo>
                  <a:lnTo>
                    <a:pt x="347129" y="38976"/>
                  </a:lnTo>
                  <a:close/>
                </a:path>
                <a:path w="1402079" h="171450">
                  <a:moveTo>
                    <a:pt x="421640" y="99504"/>
                  </a:moveTo>
                  <a:lnTo>
                    <a:pt x="400431" y="80708"/>
                  </a:lnTo>
                  <a:lnTo>
                    <a:pt x="398272" y="80137"/>
                  </a:lnTo>
                  <a:lnTo>
                    <a:pt x="395478" y="79502"/>
                  </a:lnTo>
                  <a:lnTo>
                    <a:pt x="388747" y="78117"/>
                  </a:lnTo>
                  <a:lnTo>
                    <a:pt x="385699" y="77431"/>
                  </a:lnTo>
                  <a:lnTo>
                    <a:pt x="378206" y="75476"/>
                  </a:lnTo>
                  <a:lnTo>
                    <a:pt x="374650" y="73837"/>
                  </a:lnTo>
                  <a:lnTo>
                    <a:pt x="370332" y="69799"/>
                  </a:lnTo>
                  <a:lnTo>
                    <a:pt x="369189" y="66814"/>
                  </a:lnTo>
                  <a:lnTo>
                    <a:pt x="369189" y="58356"/>
                  </a:lnTo>
                  <a:lnTo>
                    <a:pt x="370967" y="54978"/>
                  </a:lnTo>
                  <a:lnTo>
                    <a:pt x="378333" y="50431"/>
                  </a:lnTo>
                  <a:lnTo>
                    <a:pt x="382905" y="49288"/>
                  </a:lnTo>
                  <a:lnTo>
                    <a:pt x="393319" y="49288"/>
                  </a:lnTo>
                  <a:lnTo>
                    <a:pt x="398957" y="50431"/>
                  </a:lnTo>
                  <a:lnTo>
                    <a:pt x="398741" y="50431"/>
                  </a:lnTo>
                  <a:lnTo>
                    <a:pt x="409194" y="54546"/>
                  </a:lnTo>
                  <a:lnTo>
                    <a:pt x="413766" y="57111"/>
                  </a:lnTo>
                  <a:lnTo>
                    <a:pt x="417449" y="60159"/>
                  </a:lnTo>
                  <a:lnTo>
                    <a:pt x="418211" y="60159"/>
                  </a:lnTo>
                  <a:lnTo>
                    <a:pt x="418211" y="49288"/>
                  </a:lnTo>
                  <a:lnTo>
                    <a:pt x="418211" y="42811"/>
                  </a:lnTo>
                  <a:lnTo>
                    <a:pt x="414782" y="40805"/>
                  </a:lnTo>
                  <a:lnTo>
                    <a:pt x="410337" y="39090"/>
                  </a:lnTo>
                  <a:lnTo>
                    <a:pt x="399999" y="36360"/>
                  </a:lnTo>
                  <a:lnTo>
                    <a:pt x="400316" y="36360"/>
                  </a:lnTo>
                  <a:lnTo>
                    <a:pt x="394462" y="35560"/>
                  </a:lnTo>
                  <a:lnTo>
                    <a:pt x="383794" y="35560"/>
                  </a:lnTo>
                  <a:lnTo>
                    <a:pt x="378714" y="36360"/>
                  </a:lnTo>
                  <a:lnTo>
                    <a:pt x="369824" y="39522"/>
                  </a:lnTo>
                  <a:lnTo>
                    <a:pt x="366141" y="41668"/>
                  </a:lnTo>
                  <a:lnTo>
                    <a:pt x="363220" y="44373"/>
                  </a:lnTo>
                  <a:lnTo>
                    <a:pt x="360172" y="47129"/>
                  </a:lnTo>
                  <a:lnTo>
                    <a:pt x="358597" y="49288"/>
                  </a:lnTo>
                  <a:lnTo>
                    <a:pt x="357809" y="50431"/>
                  </a:lnTo>
                  <a:lnTo>
                    <a:pt x="356489" y="53771"/>
                  </a:lnTo>
                  <a:lnTo>
                    <a:pt x="355041" y="57111"/>
                  </a:lnTo>
                  <a:lnTo>
                    <a:pt x="354965" y="57289"/>
                  </a:lnTo>
                  <a:lnTo>
                    <a:pt x="354203" y="61023"/>
                  </a:lnTo>
                  <a:lnTo>
                    <a:pt x="354203" y="71335"/>
                  </a:lnTo>
                  <a:lnTo>
                    <a:pt x="387896" y="93865"/>
                  </a:lnTo>
                  <a:lnTo>
                    <a:pt x="390398" y="94437"/>
                  </a:lnTo>
                  <a:lnTo>
                    <a:pt x="392430" y="94957"/>
                  </a:lnTo>
                  <a:lnTo>
                    <a:pt x="398018" y="96329"/>
                  </a:lnTo>
                  <a:lnTo>
                    <a:pt x="401828" y="98005"/>
                  </a:lnTo>
                  <a:lnTo>
                    <a:pt x="403860" y="99961"/>
                  </a:lnTo>
                  <a:lnTo>
                    <a:pt x="405765" y="101917"/>
                  </a:lnTo>
                  <a:lnTo>
                    <a:pt x="406781" y="104787"/>
                  </a:lnTo>
                  <a:lnTo>
                    <a:pt x="406781" y="113538"/>
                  </a:lnTo>
                  <a:lnTo>
                    <a:pt x="405892" y="115328"/>
                  </a:lnTo>
                  <a:lnTo>
                    <a:pt x="404888" y="117233"/>
                  </a:lnTo>
                  <a:lnTo>
                    <a:pt x="397573" y="121780"/>
                  </a:lnTo>
                  <a:lnTo>
                    <a:pt x="392684" y="122923"/>
                  </a:lnTo>
                  <a:lnTo>
                    <a:pt x="381127" y="122923"/>
                  </a:lnTo>
                  <a:lnTo>
                    <a:pt x="375666" y="121780"/>
                  </a:lnTo>
                  <a:lnTo>
                    <a:pt x="364363" y="117233"/>
                  </a:lnTo>
                  <a:lnTo>
                    <a:pt x="359283" y="114173"/>
                  </a:lnTo>
                  <a:lnTo>
                    <a:pt x="354584" y="110312"/>
                  </a:lnTo>
                  <a:lnTo>
                    <a:pt x="353822" y="110312"/>
                  </a:lnTo>
                  <a:lnTo>
                    <a:pt x="353822" y="128536"/>
                  </a:lnTo>
                  <a:lnTo>
                    <a:pt x="357505" y="130543"/>
                  </a:lnTo>
                  <a:lnTo>
                    <a:pt x="361950" y="132397"/>
                  </a:lnTo>
                  <a:lnTo>
                    <a:pt x="372745" y="135801"/>
                  </a:lnTo>
                  <a:lnTo>
                    <a:pt x="378587" y="136639"/>
                  </a:lnTo>
                  <a:lnTo>
                    <a:pt x="385064" y="136639"/>
                  </a:lnTo>
                  <a:lnTo>
                    <a:pt x="418007" y="122923"/>
                  </a:lnTo>
                  <a:lnTo>
                    <a:pt x="418465" y="122542"/>
                  </a:lnTo>
                  <a:lnTo>
                    <a:pt x="421640" y="115328"/>
                  </a:lnTo>
                  <a:lnTo>
                    <a:pt x="421640" y="99504"/>
                  </a:lnTo>
                  <a:close/>
                </a:path>
                <a:path w="1402079" h="171450">
                  <a:moveTo>
                    <a:pt x="456692" y="37896"/>
                  </a:moveTo>
                  <a:lnTo>
                    <a:pt x="442087" y="37896"/>
                  </a:lnTo>
                  <a:lnTo>
                    <a:pt x="442087" y="134315"/>
                  </a:lnTo>
                  <a:lnTo>
                    <a:pt x="456692" y="134315"/>
                  </a:lnTo>
                  <a:lnTo>
                    <a:pt x="456692" y="37896"/>
                  </a:lnTo>
                  <a:close/>
                </a:path>
                <a:path w="1402079" h="171450">
                  <a:moveTo>
                    <a:pt x="457708" y="4914"/>
                  </a:moveTo>
                  <a:lnTo>
                    <a:pt x="441198" y="4914"/>
                  </a:lnTo>
                  <a:lnTo>
                    <a:pt x="441198" y="21755"/>
                  </a:lnTo>
                  <a:lnTo>
                    <a:pt x="457708" y="21755"/>
                  </a:lnTo>
                  <a:lnTo>
                    <a:pt x="457708" y="4914"/>
                  </a:lnTo>
                  <a:close/>
                </a:path>
                <a:path w="1402079" h="171450">
                  <a:moveTo>
                    <a:pt x="558038" y="37896"/>
                  </a:moveTo>
                  <a:lnTo>
                    <a:pt x="544449" y="37896"/>
                  </a:lnTo>
                  <a:lnTo>
                    <a:pt x="543433" y="42037"/>
                  </a:lnTo>
                  <a:lnTo>
                    <a:pt x="543433" y="55245"/>
                  </a:lnTo>
                  <a:lnTo>
                    <a:pt x="543433" y="107810"/>
                  </a:lnTo>
                  <a:lnTo>
                    <a:pt x="523240" y="117830"/>
                  </a:lnTo>
                  <a:lnTo>
                    <a:pt x="511048" y="117830"/>
                  </a:lnTo>
                  <a:lnTo>
                    <a:pt x="496824" y="84848"/>
                  </a:lnTo>
                  <a:lnTo>
                    <a:pt x="497243" y="76911"/>
                  </a:lnTo>
                  <a:lnTo>
                    <a:pt x="514604" y="49809"/>
                  </a:lnTo>
                  <a:lnTo>
                    <a:pt x="526034" y="49809"/>
                  </a:lnTo>
                  <a:lnTo>
                    <a:pt x="529336" y="50228"/>
                  </a:lnTo>
                  <a:lnTo>
                    <a:pt x="535940" y="51892"/>
                  </a:lnTo>
                  <a:lnTo>
                    <a:pt x="539623" y="53289"/>
                  </a:lnTo>
                  <a:lnTo>
                    <a:pt x="543433" y="55245"/>
                  </a:lnTo>
                  <a:lnTo>
                    <a:pt x="543433" y="42037"/>
                  </a:lnTo>
                  <a:lnTo>
                    <a:pt x="539750" y="39738"/>
                  </a:lnTo>
                  <a:lnTo>
                    <a:pt x="536067" y="38023"/>
                  </a:lnTo>
                  <a:lnTo>
                    <a:pt x="529336" y="35775"/>
                  </a:lnTo>
                  <a:lnTo>
                    <a:pt x="525145" y="35217"/>
                  </a:lnTo>
                  <a:lnTo>
                    <a:pt x="515366" y="35217"/>
                  </a:lnTo>
                  <a:lnTo>
                    <a:pt x="484873" y="63792"/>
                  </a:lnTo>
                  <a:lnTo>
                    <a:pt x="482714" y="69799"/>
                  </a:lnTo>
                  <a:lnTo>
                    <a:pt x="481711" y="76911"/>
                  </a:lnTo>
                  <a:lnTo>
                    <a:pt x="481711" y="85204"/>
                  </a:lnTo>
                  <a:lnTo>
                    <a:pt x="482257" y="95669"/>
                  </a:lnTo>
                  <a:lnTo>
                    <a:pt x="482269" y="95910"/>
                  </a:lnTo>
                  <a:lnTo>
                    <a:pt x="483984" y="105346"/>
                  </a:lnTo>
                  <a:lnTo>
                    <a:pt x="486778" y="113296"/>
                  </a:lnTo>
                  <a:lnTo>
                    <a:pt x="486841" y="113499"/>
                  </a:lnTo>
                  <a:lnTo>
                    <a:pt x="515493" y="132842"/>
                  </a:lnTo>
                  <a:lnTo>
                    <a:pt x="521716" y="132842"/>
                  </a:lnTo>
                  <a:lnTo>
                    <a:pt x="526796" y="131889"/>
                  </a:lnTo>
                  <a:lnTo>
                    <a:pt x="534924" y="128028"/>
                  </a:lnTo>
                  <a:lnTo>
                    <a:pt x="539115" y="125107"/>
                  </a:lnTo>
                  <a:lnTo>
                    <a:pt x="543433" y="121196"/>
                  </a:lnTo>
                  <a:lnTo>
                    <a:pt x="543331" y="134797"/>
                  </a:lnTo>
                  <a:lnTo>
                    <a:pt x="523494" y="156235"/>
                  </a:lnTo>
                  <a:lnTo>
                    <a:pt x="513334" y="156235"/>
                  </a:lnTo>
                  <a:lnTo>
                    <a:pt x="508812" y="155575"/>
                  </a:lnTo>
                  <a:lnTo>
                    <a:pt x="508469" y="155575"/>
                  </a:lnTo>
                  <a:lnTo>
                    <a:pt x="497713" y="152425"/>
                  </a:lnTo>
                  <a:lnTo>
                    <a:pt x="494030" y="151142"/>
                  </a:lnTo>
                  <a:lnTo>
                    <a:pt x="491617" y="150114"/>
                  </a:lnTo>
                  <a:lnTo>
                    <a:pt x="490855" y="150114"/>
                  </a:lnTo>
                  <a:lnTo>
                    <a:pt x="490855" y="166687"/>
                  </a:lnTo>
                  <a:lnTo>
                    <a:pt x="495046" y="168008"/>
                  </a:lnTo>
                  <a:lnTo>
                    <a:pt x="499364" y="169024"/>
                  </a:lnTo>
                  <a:lnTo>
                    <a:pt x="508127" y="170472"/>
                  </a:lnTo>
                  <a:lnTo>
                    <a:pt x="512572" y="170827"/>
                  </a:lnTo>
                  <a:lnTo>
                    <a:pt x="517271" y="170827"/>
                  </a:lnTo>
                  <a:lnTo>
                    <a:pt x="550087" y="156235"/>
                  </a:lnTo>
                  <a:lnTo>
                    <a:pt x="552310" y="152933"/>
                  </a:lnTo>
                  <a:lnTo>
                    <a:pt x="552411" y="152793"/>
                  </a:lnTo>
                  <a:lnTo>
                    <a:pt x="555536" y="144614"/>
                  </a:lnTo>
                  <a:lnTo>
                    <a:pt x="557415" y="134797"/>
                  </a:lnTo>
                  <a:lnTo>
                    <a:pt x="557517" y="132842"/>
                  </a:lnTo>
                  <a:lnTo>
                    <a:pt x="557568" y="131889"/>
                  </a:lnTo>
                  <a:lnTo>
                    <a:pt x="557682" y="129730"/>
                  </a:lnTo>
                  <a:lnTo>
                    <a:pt x="557784" y="128028"/>
                  </a:lnTo>
                  <a:lnTo>
                    <a:pt x="557898" y="125831"/>
                  </a:lnTo>
                  <a:lnTo>
                    <a:pt x="557936" y="125107"/>
                  </a:lnTo>
                  <a:lnTo>
                    <a:pt x="558038" y="121196"/>
                  </a:lnTo>
                  <a:lnTo>
                    <a:pt x="558038" y="117830"/>
                  </a:lnTo>
                  <a:lnTo>
                    <a:pt x="558038" y="49809"/>
                  </a:lnTo>
                  <a:lnTo>
                    <a:pt x="558038" y="42037"/>
                  </a:lnTo>
                  <a:lnTo>
                    <a:pt x="558038" y="37896"/>
                  </a:lnTo>
                  <a:close/>
                </a:path>
                <a:path w="1402079" h="171450">
                  <a:moveTo>
                    <a:pt x="660908" y="134315"/>
                  </a:moveTo>
                  <a:lnTo>
                    <a:pt x="660844" y="70827"/>
                  </a:lnTo>
                  <a:lnTo>
                    <a:pt x="641350" y="35217"/>
                  </a:lnTo>
                  <a:lnTo>
                    <a:pt x="626872" y="35217"/>
                  </a:lnTo>
                  <a:lnTo>
                    <a:pt x="621919" y="36398"/>
                  </a:lnTo>
                  <a:lnTo>
                    <a:pt x="617093" y="38760"/>
                  </a:lnTo>
                  <a:lnTo>
                    <a:pt x="612140" y="41122"/>
                  </a:lnTo>
                  <a:lnTo>
                    <a:pt x="607441" y="44399"/>
                  </a:lnTo>
                  <a:lnTo>
                    <a:pt x="602869" y="48602"/>
                  </a:lnTo>
                  <a:lnTo>
                    <a:pt x="602869" y="0"/>
                  </a:lnTo>
                  <a:lnTo>
                    <a:pt x="588264" y="0"/>
                  </a:lnTo>
                  <a:lnTo>
                    <a:pt x="588264" y="134315"/>
                  </a:lnTo>
                  <a:lnTo>
                    <a:pt x="602869" y="134315"/>
                  </a:lnTo>
                  <a:lnTo>
                    <a:pt x="602869" y="62318"/>
                  </a:lnTo>
                  <a:lnTo>
                    <a:pt x="606933" y="58928"/>
                  </a:lnTo>
                  <a:lnTo>
                    <a:pt x="610997" y="56134"/>
                  </a:lnTo>
                  <a:lnTo>
                    <a:pt x="615442" y="53949"/>
                  </a:lnTo>
                  <a:lnTo>
                    <a:pt x="619760" y="51765"/>
                  </a:lnTo>
                  <a:lnTo>
                    <a:pt x="623951" y="50673"/>
                  </a:lnTo>
                  <a:lnTo>
                    <a:pt x="631825" y="50673"/>
                  </a:lnTo>
                  <a:lnTo>
                    <a:pt x="635000" y="51257"/>
                  </a:lnTo>
                  <a:lnTo>
                    <a:pt x="639826" y="53619"/>
                  </a:lnTo>
                  <a:lnTo>
                    <a:pt x="641731" y="55422"/>
                  </a:lnTo>
                  <a:lnTo>
                    <a:pt x="643001" y="57835"/>
                  </a:lnTo>
                  <a:lnTo>
                    <a:pt x="644271" y="60020"/>
                  </a:lnTo>
                  <a:lnTo>
                    <a:pt x="645033" y="63055"/>
                  </a:lnTo>
                  <a:lnTo>
                    <a:pt x="646049" y="70827"/>
                  </a:lnTo>
                  <a:lnTo>
                    <a:pt x="646303" y="74980"/>
                  </a:lnTo>
                  <a:lnTo>
                    <a:pt x="646303" y="134315"/>
                  </a:lnTo>
                  <a:lnTo>
                    <a:pt x="660908" y="134315"/>
                  </a:lnTo>
                  <a:close/>
                </a:path>
                <a:path w="1402079" h="171450">
                  <a:moveTo>
                    <a:pt x="733933" y="37896"/>
                  </a:moveTo>
                  <a:lnTo>
                    <a:pt x="703834" y="37896"/>
                  </a:lnTo>
                  <a:lnTo>
                    <a:pt x="703834" y="10185"/>
                  </a:lnTo>
                  <a:lnTo>
                    <a:pt x="689229" y="10185"/>
                  </a:lnTo>
                  <a:lnTo>
                    <a:pt x="689229" y="37896"/>
                  </a:lnTo>
                  <a:lnTo>
                    <a:pt x="679323" y="37896"/>
                  </a:lnTo>
                  <a:lnTo>
                    <a:pt x="679323" y="51536"/>
                  </a:lnTo>
                  <a:lnTo>
                    <a:pt x="689229" y="51536"/>
                  </a:lnTo>
                  <a:lnTo>
                    <a:pt x="689305" y="104495"/>
                  </a:lnTo>
                  <a:lnTo>
                    <a:pt x="689610" y="110185"/>
                  </a:lnTo>
                  <a:lnTo>
                    <a:pt x="707390" y="136220"/>
                  </a:lnTo>
                  <a:lnTo>
                    <a:pt x="718820" y="136220"/>
                  </a:lnTo>
                  <a:lnTo>
                    <a:pt x="721741" y="135953"/>
                  </a:lnTo>
                  <a:lnTo>
                    <a:pt x="724916" y="135432"/>
                  </a:lnTo>
                  <a:lnTo>
                    <a:pt x="728218" y="134924"/>
                  </a:lnTo>
                  <a:lnTo>
                    <a:pt x="731139" y="134251"/>
                  </a:lnTo>
                  <a:lnTo>
                    <a:pt x="733526" y="133565"/>
                  </a:lnTo>
                  <a:lnTo>
                    <a:pt x="733933" y="133565"/>
                  </a:lnTo>
                  <a:lnTo>
                    <a:pt x="733933" y="121970"/>
                  </a:lnTo>
                  <a:lnTo>
                    <a:pt x="733933" y="118859"/>
                  </a:lnTo>
                  <a:lnTo>
                    <a:pt x="733171" y="118859"/>
                  </a:lnTo>
                  <a:lnTo>
                    <a:pt x="722503" y="121970"/>
                  </a:lnTo>
                  <a:lnTo>
                    <a:pt x="716026" y="121970"/>
                  </a:lnTo>
                  <a:lnTo>
                    <a:pt x="706247" y="115328"/>
                  </a:lnTo>
                  <a:lnTo>
                    <a:pt x="704977" y="112852"/>
                  </a:lnTo>
                  <a:lnTo>
                    <a:pt x="704342" y="110185"/>
                  </a:lnTo>
                  <a:lnTo>
                    <a:pt x="703834" y="104495"/>
                  </a:lnTo>
                  <a:lnTo>
                    <a:pt x="703834" y="51536"/>
                  </a:lnTo>
                  <a:lnTo>
                    <a:pt x="733933" y="51536"/>
                  </a:lnTo>
                  <a:lnTo>
                    <a:pt x="733933" y="37896"/>
                  </a:lnTo>
                  <a:close/>
                </a:path>
                <a:path w="1402079" h="171450">
                  <a:moveTo>
                    <a:pt x="840613" y="37896"/>
                  </a:moveTo>
                  <a:lnTo>
                    <a:pt x="810514" y="37896"/>
                  </a:lnTo>
                  <a:lnTo>
                    <a:pt x="810514" y="10185"/>
                  </a:lnTo>
                  <a:lnTo>
                    <a:pt x="795909" y="10185"/>
                  </a:lnTo>
                  <a:lnTo>
                    <a:pt x="795909" y="37896"/>
                  </a:lnTo>
                  <a:lnTo>
                    <a:pt x="786003" y="37896"/>
                  </a:lnTo>
                  <a:lnTo>
                    <a:pt x="786003" y="51536"/>
                  </a:lnTo>
                  <a:lnTo>
                    <a:pt x="795909" y="51536"/>
                  </a:lnTo>
                  <a:lnTo>
                    <a:pt x="795985" y="104495"/>
                  </a:lnTo>
                  <a:lnTo>
                    <a:pt x="796290" y="110185"/>
                  </a:lnTo>
                  <a:lnTo>
                    <a:pt x="814070" y="136220"/>
                  </a:lnTo>
                  <a:lnTo>
                    <a:pt x="825500" y="136220"/>
                  </a:lnTo>
                  <a:lnTo>
                    <a:pt x="828421" y="135953"/>
                  </a:lnTo>
                  <a:lnTo>
                    <a:pt x="831596" y="135432"/>
                  </a:lnTo>
                  <a:lnTo>
                    <a:pt x="834898" y="134924"/>
                  </a:lnTo>
                  <a:lnTo>
                    <a:pt x="837819" y="134251"/>
                  </a:lnTo>
                  <a:lnTo>
                    <a:pt x="840206" y="133565"/>
                  </a:lnTo>
                  <a:lnTo>
                    <a:pt x="840613" y="133565"/>
                  </a:lnTo>
                  <a:lnTo>
                    <a:pt x="840613" y="121970"/>
                  </a:lnTo>
                  <a:lnTo>
                    <a:pt x="840613" y="118859"/>
                  </a:lnTo>
                  <a:lnTo>
                    <a:pt x="839851" y="118859"/>
                  </a:lnTo>
                  <a:lnTo>
                    <a:pt x="829183" y="121970"/>
                  </a:lnTo>
                  <a:lnTo>
                    <a:pt x="822706" y="121970"/>
                  </a:lnTo>
                  <a:lnTo>
                    <a:pt x="812927" y="115328"/>
                  </a:lnTo>
                  <a:lnTo>
                    <a:pt x="811657" y="112852"/>
                  </a:lnTo>
                  <a:lnTo>
                    <a:pt x="811022" y="110185"/>
                  </a:lnTo>
                  <a:lnTo>
                    <a:pt x="810514" y="104495"/>
                  </a:lnTo>
                  <a:lnTo>
                    <a:pt x="810514" y="51536"/>
                  </a:lnTo>
                  <a:lnTo>
                    <a:pt x="840613" y="51536"/>
                  </a:lnTo>
                  <a:lnTo>
                    <a:pt x="840613" y="37896"/>
                  </a:lnTo>
                  <a:close/>
                </a:path>
                <a:path w="1402079" h="171450">
                  <a:moveTo>
                    <a:pt x="932180" y="134315"/>
                  </a:moveTo>
                  <a:lnTo>
                    <a:pt x="932116" y="70827"/>
                  </a:lnTo>
                  <a:lnTo>
                    <a:pt x="912622" y="35217"/>
                  </a:lnTo>
                  <a:lnTo>
                    <a:pt x="898144" y="35217"/>
                  </a:lnTo>
                  <a:lnTo>
                    <a:pt x="893191" y="36398"/>
                  </a:lnTo>
                  <a:lnTo>
                    <a:pt x="888365" y="38760"/>
                  </a:lnTo>
                  <a:lnTo>
                    <a:pt x="883412" y="41122"/>
                  </a:lnTo>
                  <a:lnTo>
                    <a:pt x="878713" y="44399"/>
                  </a:lnTo>
                  <a:lnTo>
                    <a:pt x="874141" y="48602"/>
                  </a:lnTo>
                  <a:lnTo>
                    <a:pt x="874141" y="0"/>
                  </a:lnTo>
                  <a:lnTo>
                    <a:pt x="859536" y="0"/>
                  </a:lnTo>
                  <a:lnTo>
                    <a:pt x="859536" y="134315"/>
                  </a:lnTo>
                  <a:lnTo>
                    <a:pt x="874141" y="134315"/>
                  </a:lnTo>
                  <a:lnTo>
                    <a:pt x="874141" y="62318"/>
                  </a:lnTo>
                  <a:lnTo>
                    <a:pt x="878205" y="58928"/>
                  </a:lnTo>
                  <a:lnTo>
                    <a:pt x="882269" y="56134"/>
                  </a:lnTo>
                  <a:lnTo>
                    <a:pt x="886714" y="53949"/>
                  </a:lnTo>
                  <a:lnTo>
                    <a:pt x="891032" y="51765"/>
                  </a:lnTo>
                  <a:lnTo>
                    <a:pt x="895223" y="50673"/>
                  </a:lnTo>
                  <a:lnTo>
                    <a:pt x="903097" y="50673"/>
                  </a:lnTo>
                  <a:lnTo>
                    <a:pt x="906272" y="51257"/>
                  </a:lnTo>
                  <a:lnTo>
                    <a:pt x="911098" y="53619"/>
                  </a:lnTo>
                  <a:lnTo>
                    <a:pt x="913003" y="55422"/>
                  </a:lnTo>
                  <a:lnTo>
                    <a:pt x="914273" y="57835"/>
                  </a:lnTo>
                  <a:lnTo>
                    <a:pt x="915543" y="60020"/>
                  </a:lnTo>
                  <a:lnTo>
                    <a:pt x="916305" y="63055"/>
                  </a:lnTo>
                  <a:lnTo>
                    <a:pt x="917321" y="70827"/>
                  </a:lnTo>
                  <a:lnTo>
                    <a:pt x="917575" y="74980"/>
                  </a:lnTo>
                  <a:lnTo>
                    <a:pt x="917575" y="134315"/>
                  </a:lnTo>
                  <a:lnTo>
                    <a:pt x="932180" y="134315"/>
                  </a:lnTo>
                  <a:close/>
                </a:path>
                <a:path w="1402079" h="171450">
                  <a:moveTo>
                    <a:pt x="1014641" y="38976"/>
                  </a:moveTo>
                  <a:lnTo>
                    <a:pt x="1012063" y="38531"/>
                  </a:lnTo>
                  <a:lnTo>
                    <a:pt x="1010285" y="38252"/>
                  </a:lnTo>
                  <a:lnTo>
                    <a:pt x="1007999" y="37973"/>
                  </a:lnTo>
                  <a:lnTo>
                    <a:pt x="998664" y="37973"/>
                  </a:lnTo>
                  <a:lnTo>
                    <a:pt x="994537" y="38976"/>
                  </a:lnTo>
                  <a:lnTo>
                    <a:pt x="985647" y="43294"/>
                  </a:lnTo>
                  <a:lnTo>
                    <a:pt x="980567" y="46964"/>
                  </a:lnTo>
                  <a:lnTo>
                    <a:pt x="974725" y="52133"/>
                  </a:lnTo>
                  <a:lnTo>
                    <a:pt x="974725" y="37973"/>
                  </a:lnTo>
                  <a:lnTo>
                    <a:pt x="960120" y="37973"/>
                  </a:lnTo>
                  <a:lnTo>
                    <a:pt x="960120" y="134315"/>
                  </a:lnTo>
                  <a:lnTo>
                    <a:pt x="974725" y="134315"/>
                  </a:lnTo>
                  <a:lnTo>
                    <a:pt x="974725" y="65862"/>
                  </a:lnTo>
                  <a:lnTo>
                    <a:pt x="978662" y="62357"/>
                  </a:lnTo>
                  <a:lnTo>
                    <a:pt x="982726" y="59486"/>
                  </a:lnTo>
                  <a:lnTo>
                    <a:pt x="991108" y="55054"/>
                  </a:lnTo>
                  <a:lnTo>
                    <a:pt x="995426" y="53949"/>
                  </a:lnTo>
                  <a:lnTo>
                    <a:pt x="1002665" y="53949"/>
                  </a:lnTo>
                  <a:lnTo>
                    <a:pt x="1005078" y="54076"/>
                  </a:lnTo>
                  <a:lnTo>
                    <a:pt x="1009269" y="54597"/>
                  </a:lnTo>
                  <a:lnTo>
                    <a:pt x="1011440" y="55054"/>
                  </a:lnTo>
                  <a:lnTo>
                    <a:pt x="1013460" y="55587"/>
                  </a:lnTo>
                  <a:lnTo>
                    <a:pt x="1014349" y="55587"/>
                  </a:lnTo>
                  <a:lnTo>
                    <a:pt x="1014349" y="53949"/>
                  </a:lnTo>
                  <a:lnTo>
                    <a:pt x="1014349" y="52133"/>
                  </a:lnTo>
                  <a:lnTo>
                    <a:pt x="1014349" y="38976"/>
                  </a:lnTo>
                  <a:lnTo>
                    <a:pt x="1014641" y="38976"/>
                  </a:lnTo>
                  <a:close/>
                </a:path>
                <a:path w="1402079" h="171450">
                  <a:moveTo>
                    <a:pt x="1104265" y="86144"/>
                  </a:moveTo>
                  <a:lnTo>
                    <a:pt x="1103566" y="74980"/>
                  </a:lnTo>
                  <a:lnTo>
                    <a:pt x="1101509" y="65062"/>
                  </a:lnTo>
                  <a:lnTo>
                    <a:pt x="1098092" y="56362"/>
                  </a:lnTo>
                  <a:lnTo>
                    <a:pt x="1093533" y="49199"/>
                  </a:lnTo>
                  <a:lnTo>
                    <a:pt x="1093343" y="48895"/>
                  </a:lnTo>
                  <a:lnTo>
                    <a:pt x="1089152" y="44653"/>
                  </a:lnTo>
                  <a:lnTo>
                    <a:pt x="1089152" y="86144"/>
                  </a:lnTo>
                  <a:lnTo>
                    <a:pt x="1088720" y="94742"/>
                  </a:lnTo>
                  <a:lnTo>
                    <a:pt x="1072007" y="123012"/>
                  </a:lnTo>
                  <a:lnTo>
                    <a:pt x="1056259" y="123012"/>
                  </a:lnTo>
                  <a:lnTo>
                    <a:pt x="1039241" y="86144"/>
                  </a:lnTo>
                  <a:lnTo>
                    <a:pt x="1039634" y="77393"/>
                  </a:lnTo>
                  <a:lnTo>
                    <a:pt x="1056259" y="49199"/>
                  </a:lnTo>
                  <a:lnTo>
                    <a:pt x="1072007" y="49199"/>
                  </a:lnTo>
                  <a:lnTo>
                    <a:pt x="1089152" y="86144"/>
                  </a:lnTo>
                  <a:lnTo>
                    <a:pt x="1089152" y="44653"/>
                  </a:lnTo>
                  <a:lnTo>
                    <a:pt x="1087437" y="42913"/>
                  </a:lnTo>
                  <a:lnTo>
                    <a:pt x="1080592" y="38646"/>
                  </a:lnTo>
                  <a:lnTo>
                    <a:pt x="1072819" y="36080"/>
                  </a:lnTo>
                  <a:lnTo>
                    <a:pt x="1064133" y="35217"/>
                  </a:lnTo>
                  <a:lnTo>
                    <a:pt x="1055433" y="36080"/>
                  </a:lnTo>
                  <a:lnTo>
                    <a:pt x="1026807" y="65062"/>
                  </a:lnTo>
                  <a:lnTo>
                    <a:pt x="1024128" y="86144"/>
                  </a:lnTo>
                  <a:lnTo>
                    <a:pt x="1024788" y="97307"/>
                  </a:lnTo>
                  <a:lnTo>
                    <a:pt x="1047661" y="133591"/>
                  </a:lnTo>
                  <a:lnTo>
                    <a:pt x="1064133" y="136994"/>
                  </a:lnTo>
                  <a:lnTo>
                    <a:pt x="1072819" y="136144"/>
                  </a:lnTo>
                  <a:lnTo>
                    <a:pt x="1080592" y="133591"/>
                  </a:lnTo>
                  <a:lnTo>
                    <a:pt x="1087437" y="129324"/>
                  </a:lnTo>
                  <a:lnTo>
                    <a:pt x="1093343" y="123355"/>
                  </a:lnTo>
                  <a:lnTo>
                    <a:pt x="1093558" y="123012"/>
                  </a:lnTo>
                  <a:lnTo>
                    <a:pt x="1098092" y="115925"/>
                  </a:lnTo>
                  <a:lnTo>
                    <a:pt x="1101509" y="107238"/>
                  </a:lnTo>
                  <a:lnTo>
                    <a:pt x="1103566" y="97307"/>
                  </a:lnTo>
                  <a:lnTo>
                    <a:pt x="1104265" y="86144"/>
                  </a:lnTo>
                  <a:close/>
                </a:path>
                <a:path w="1402079" h="171450">
                  <a:moveTo>
                    <a:pt x="1199769" y="37896"/>
                  </a:moveTo>
                  <a:lnTo>
                    <a:pt x="1185164" y="37896"/>
                  </a:lnTo>
                  <a:lnTo>
                    <a:pt x="1185164" y="109880"/>
                  </a:lnTo>
                  <a:lnTo>
                    <a:pt x="1181227" y="113284"/>
                  </a:lnTo>
                  <a:lnTo>
                    <a:pt x="1177036" y="116078"/>
                  </a:lnTo>
                  <a:lnTo>
                    <a:pt x="1168146" y="120446"/>
                  </a:lnTo>
                  <a:lnTo>
                    <a:pt x="1163955" y="121539"/>
                  </a:lnTo>
                  <a:lnTo>
                    <a:pt x="1155954" y="121539"/>
                  </a:lnTo>
                  <a:lnTo>
                    <a:pt x="1152652" y="120967"/>
                  </a:lnTo>
                  <a:lnTo>
                    <a:pt x="1150493" y="119811"/>
                  </a:lnTo>
                  <a:lnTo>
                    <a:pt x="1148207" y="118656"/>
                  </a:lnTo>
                  <a:lnTo>
                    <a:pt x="1141730" y="97688"/>
                  </a:lnTo>
                  <a:lnTo>
                    <a:pt x="1141730" y="37896"/>
                  </a:lnTo>
                  <a:lnTo>
                    <a:pt x="1127125" y="37896"/>
                  </a:lnTo>
                  <a:lnTo>
                    <a:pt x="1127201" y="101866"/>
                  </a:lnTo>
                  <a:lnTo>
                    <a:pt x="1146937" y="136994"/>
                  </a:lnTo>
                  <a:lnTo>
                    <a:pt x="1161542" y="136994"/>
                  </a:lnTo>
                  <a:lnTo>
                    <a:pt x="1166495" y="135839"/>
                  </a:lnTo>
                  <a:lnTo>
                    <a:pt x="1170940" y="133540"/>
                  </a:lnTo>
                  <a:lnTo>
                    <a:pt x="1175512" y="131241"/>
                  </a:lnTo>
                  <a:lnTo>
                    <a:pt x="1180211" y="127927"/>
                  </a:lnTo>
                  <a:lnTo>
                    <a:pt x="1185164" y="123609"/>
                  </a:lnTo>
                  <a:lnTo>
                    <a:pt x="1185164" y="134315"/>
                  </a:lnTo>
                  <a:lnTo>
                    <a:pt x="1199769" y="134315"/>
                  </a:lnTo>
                  <a:lnTo>
                    <a:pt x="1199769" y="123609"/>
                  </a:lnTo>
                  <a:lnTo>
                    <a:pt x="1199769" y="121539"/>
                  </a:lnTo>
                  <a:lnTo>
                    <a:pt x="1199769" y="37896"/>
                  </a:lnTo>
                  <a:close/>
                </a:path>
                <a:path w="1402079" h="171450">
                  <a:moveTo>
                    <a:pt x="1298702" y="37896"/>
                  </a:moveTo>
                  <a:lnTo>
                    <a:pt x="1285113" y="37896"/>
                  </a:lnTo>
                  <a:lnTo>
                    <a:pt x="1284097" y="42037"/>
                  </a:lnTo>
                  <a:lnTo>
                    <a:pt x="1284097" y="55245"/>
                  </a:lnTo>
                  <a:lnTo>
                    <a:pt x="1284097" y="107810"/>
                  </a:lnTo>
                  <a:lnTo>
                    <a:pt x="1263904" y="117830"/>
                  </a:lnTo>
                  <a:lnTo>
                    <a:pt x="1251712" y="117830"/>
                  </a:lnTo>
                  <a:lnTo>
                    <a:pt x="1237488" y="84848"/>
                  </a:lnTo>
                  <a:lnTo>
                    <a:pt x="1237907" y="76911"/>
                  </a:lnTo>
                  <a:lnTo>
                    <a:pt x="1255268" y="49809"/>
                  </a:lnTo>
                  <a:lnTo>
                    <a:pt x="1266698" y="49809"/>
                  </a:lnTo>
                  <a:lnTo>
                    <a:pt x="1270000" y="50228"/>
                  </a:lnTo>
                  <a:lnTo>
                    <a:pt x="1276604" y="51892"/>
                  </a:lnTo>
                  <a:lnTo>
                    <a:pt x="1280287" y="53289"/>
                  </a:lnTo>
                  <a:lnTo>
                    <a:pt x="1284097" y="55245"/>
                  </a:lnTo>
                  <a:lnTo>
                    <a:pt x="1284097" y="42037"/>
                  </a:lnTo>
                  <a:lnTo>
                    <a:pt x="1280414" y="39738"/>
                  </a:lnTo>
                  <a:lnTo>
                    <a:pt x="1276731" y="38023"/>
                  </a:lnTo>
                  <a:lnTo>
                    <a:pt x="1270000" y="35775"/>
                  </a:lnTo>
                  <a:lnTo>
                    <a:pt x="1265809" y="35217"/>
                  </a:lnTo>
                  <a:lnTo>
                    <a:pt x="1256030" y="35217"/>
                  </a:lnTo>
                  <a:lnTo>
                    <a:pt x="1225537" y="63792"/>
                  </a:lnTo>
                  <a:lnTo>
                    <a:pt x="1223378" y="69799"/>
                  </a:lnTo>
                  <a:lnTo>
                    <a:pt x="1222375" y="76911"/>
                  </a:lnTo>
                  <a:lnTo>
                    <a:pt x="1222375" y="85204"/>
                  </a:lnTo>
                  <a:lnTo>
                    <a:pt x="1236484" y="125831"/>
                  </a:lnTo>
                  <a:lnTo>
                    <a:pt x="1256157" y="132842"/>
                  </a:lnTo>
                  <a:lnTo>
                    <a:pt x="1262380" y="132842"/>
                  </a:lnTo>
                  <a:lnTo>
                    <a:pt x="1267460" y="131889"/>
                  </a:lnTo>
                  <a:lnTo>
                    <a:pt x="1275588" y="128028"/>
                  </a:lnTo>
                  <a:lnTo>
                    <a:pt x="1279779" y="125107"/>
                  </a:lnTo>
                  <a:lnTo>
                    <a:pt x="1284097" y="121196"/>
                  </a:lnTo>
                  <a:lnTo>
                    <a:pt x="1283995" y="134797"/>
                  </a:lnTo>
                  <a:lnTo>
                    <a:pt x="1264158" y="156235"/>
                  </a:lnTo>
                  <a:lnTo>
                    <a:pt x="1253998" y="156235"/>
                  </a:lnTo>
                  <a:lnTo>
                    <a:pt x="1249476" y="155575"/>
                  </a:lnTo>
                  <a:lnTo>
                    <a:pt x="1249133" y="155575"/>
                  </a:lnTo>
                  <a:lnTo>
                    <a:pt x="1238377" y="152425"/>
                  </a:lnTo>
                  <a:lnTo>
                    <a:pt x="1234694" y="151142"/>
                  </a:lnTo>
                  <a:lnTo>
                    <a:pt x="1232281" y="150114"/>
                  </a:lnTo>
                  <a:lnTo>
                    <a:pt x="1231519" y="150114"/>
                  </a:lnTo>
                  <a:lnTo>
                    <a:pt x="1231519" y="166687"/>
                  </a:lnTo>
                  <a:lnTo>
                    <a:pt x="1235710" y="168008"/>
                  </a:lnTo>
                  <a:lnTo>
                    <a:pt x="1240028" y="169024"/>
                  </a:lnTo>
                  <a:lnTo>
                    <a:pt x="1248791" y="170472"/>
                  </a:lnTo>
                  <a:lnTo>
                    <a:pt x="1253236" y="170827"/>
                  </a:lnTo>
                  <a:lnTo>
                    <a:pt x="1257935" y="170827"/>
                  </a:lnTo>
                  <a:lnTo>
                    <a:pt x="1290751" y="156235"/>
                  </a:lnTo>
                  <a:lnTo>
                    <a:pt x="1292974" y="152933"/>
                  </a:lnTo>
                  <a:lnTo>
                    <a:pt x="1293075" y="152793"/>
                  </a:lnTo>
                  <a:lnTo>
                    <a:pt x="1296200" y="144614"/>
                  </a:lnTo>
                  <a:lnTo>
                    <a:pt x="1298079" y="134797"/>
                  </a:lnTo>
                  <a:lnTo>
                    <a:pt x="1298181" y="132842"/>
                  </a:lnTo>
                  <a:lnTo>
                    <a:pt x="1298232" y="131889"/>
                  </a:lnTo>
                  <a:lnTo>
                    <a:pt x="1298346" y="129730"/>
                  </a:lnTo>
                  <a:lnTo>
                    <a:pt x="1298448" y="128028"/>
                  </a:lnTo>
                  <a:lnTo>
                    <a:pt x="1298562" y="125831"/>
                  </a:lnTo>
                  <a:lnTo>
                    <a:pt x="1298600" y="125107"/>
                  </a:lnTo>
                  <a:lnTo>
                    <a:pt x="1298702" y="121196"/>
                  </a:lnTo>
                  <a:lnTo>
                    <a:pt x="1298702" y="117830"/>
                  </a:lnTo>
                  <a:lnTo>
                    <a:pt x="1298702" y="49809"/>
                  </a:lnTo>
                  <a:lnTo>
                    <a:pt x="1298702" y="42037"/>
                  </a:lnTo>
                  <a:lnTo>
                    <a:pt x="1298702" y="37896"/>
                  </a:lnTo>
                  <a:close/>
                </a:path>
                <a:path w="1402079" h="171450">
                  <a:moveTo>
                    <a:pt x="1401572" y="134315"/>
                  </a:moveTo>
                  <a:lnTo>
                    <a:pt x="1401508" y="70827"/>
                  </a:lnTo>
                  <a:lnTo>
                    <a:pt x="1382014" y="35217"/>
                  </a:lnTo>
                  <a:lnTo>
                    <a:pt x="1367536" y="35217"/>
                  </a:lnTo>
                  <a:lnTo>
                    <a:pt x="1343533" y="48602"/>
                  </a:lnTo>
                  <a:lnTo>
                    <a:pt x="1343533" y="0"/>
                  </a:lnTo>
                  <a:lnTo>
                    <a:pt x="1328928" y="0"/>
                  </a:lnTo>
                  <a:lnTo>
                    <a:pt x="1328928" y="134315"/>
                  </a:lnTo>
                  <a:lnTo>
                    <a:pt x="1343533" y="134315"/>
                  </a:lnTo>
                  <a:lnTo>
                    <a:pt x="1343533" y="62318"/>
                  </a:lnTo>
                  <a:lnTo>
                    <a:pt x="1347597" y="58928"/>
                  </a:lnTo>
                  <a:lnTo>
                    <a:pt x="1351661" y="56134"/>
                  </a:lnTo>
                  <a:lnTo>
                    <a:pt x="1356106" y="53949"/>
                  </a:lnTo>
                  <a:lnTo>
                    <a:pt x="1360424" y="51765"/>
                  </a:lnTo>
                  <a:lnTo>
                    <a:pt x="1364615" y="50673"/>
                  </a:lnTo>
                  <a:lnTo>
                    <a:pt x="1372489" y="50673"/>
                  </a:lnTo>
                  <a:lnTo>
                    <a:pt x="1375664" y="51257"/>
                  </a:lnTo>
                  <a:lnTo>
                    <a:pt x="1380490" y="53619"/>
                  </a:lnTo>
                  <a:lnTo>
                    <a:pt x="1382395" y="55422"/>
                  </a:lnTo>
                  <a:lnTo>
                    <a:pt x="1383665" y="57835"/>
                  </a:lnTo>
                  <a:lnTo>
                    <a:pt x="1384935" y="60020"/>
                  </a:lnTo>
                  <a:lnTo>
                    <a:pt x="1385697" y="63055"/>
                  </a:lnTo>
                  <a:lnTo>
                    <a:pt x="1386713" y="70827"/>
                  </a:lnTo>
                  <a:lnTo>
                    <a:pt x="1386967" y="74980"/>
                  </a:lnTo>
                  <a:lnTo>
                    <a:pt x="1386967" y="134315"/>
                  </a:lnTo>
                  <a:lnTo>
                    <a:pt x="1401572" y="134315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38183" y="5365965"/>
              <a:ext cx="176402" cy="10177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9090532" y="5335663"/>
              <a:ext cx="628650" cy="132080"/>
            </a:xfrm>
            <a:custGeom>
              <a:avLst/>
              <a:gdLst/>
              <a:ahLst/>
              <a:cxnLst/>
              <a:rect l="l" t="t" r="r" b="b"/>
              <a:pathLst>
                <a:path w="628650" h="132079">
                  <a:moveTo>
                    <a:pt x="16510" y="0"/>
                  </a:moveTo>
                  <a:lnTo>
                    <a:pt x="0" y="0"/>
                  </a:lnTo>
                  <a:lnTo>
                    <a:pt x="0" y="16840"/>
                  </a:lnTo>
                  <a:lnTo>
                    <a:pt x="16510" y="16840"/>
                  </a:lnTo>
                  <a:lnTo>
                    <a:pt x="16510" y="0"/>
                  </a:lnTo>
                  <a:close/>
                </a:path>
                <a:path w="628650" h="132079">
                  <a:moveTo>
                    <a:pt x="15494" y="32981"/>
                  </a:moveTo>
                  <a:lnTo>
                    <a:pt x="889" y="32981"/>
                  </a:lnTo>
                  <a:lnTo>
                    <a:pt x="889" y="129400"/>
                  </a:lnTo>
                  <a:lnTo>
                    <a:pt x="15494" y="129400"/>
                  </a:lnTo>
                  <a:lnTo>
                    <a:pt x="15494" y="32981"/>
                  </a:lnTo>
                  <a:close/>
                </a:path>
                <a:path w="628650" h="132079">
                  <a:moveTo>
                    <a:pt x="61087" y="32981"/>
                  </a:moveTo>
                  <a:lnTo>
                    <a:pt x="46482" y="32981"/>
                  </a:lnTo>
                  <a:lnTo>
                    <a:pt x="46482" y="129400"/>
                  </a:lnTo>
                  <a:lnTo>
                    <a:pt x="61087" y="129400"/>
                  </a:lnTo>
                  <a:lnTo>
                    <a:pt x="61087" y="57403"/>
                  </a:lnTo>
                  <a:lnTo>
                    <a:pt x="65150" y="54013"/>
                  </a:lnTo>
                  <a:lnTo>
                    <a:pt x="69215" y="51219"/>
                  </a:lnTo>
                  <a:lnTo>
                    <a:pt x="73660" y="49034"/>
                  </a:lnTo>
                  <a:lnTo>
                    <a:pt x="77977" y="46850"/>
                  </a:lnTo>
                  <a:lnTo>
                    <a:pt x="82169" y="45758"/>
                  </a:lnTo>
                  <a:lnTo>
                    <a:pt x="115201" y="45758"/>
                  </a:lnTo>
                  <a:lnTo>
                    <a:pt x="114893" y="44935"/>
                  </a:lnTo>
                  <a:lnTo>
                    <a:pt x="114114" y="43687"/>
                  </a:lnTo>
                  <a:lnTo>
                    <a:pt x="61087" y="43687"/>
                  </a:lnTo>
                  <a:lnTo>
                    <a:pt x="61087" y="32981"/>
                  </a:lnTo>
                  <a:close/>
                </a:path>
                <a:path w="628650" h="132079">
                  <a:moveTo>
                    <a:pt x="115201" y="45758"/>
                  </a:moveTo>
                  <a:lnTo>
                    <a:pt x="90043" y="45758"/>
                  </a:lnTo>
                  <a:lnTo>
                    <a:pt x="93218" y="46342"/>
                  </a:lnTo>
                  <a:lnTo>
                    <a:pt x="98044" y="48704"/>
                  </a:lnTo>
                  <a:lnTo>
                    <a:pt x="99949" y="50507"/>
                  </a:lnTo>
                  <a:lnTo>
                    <a:pt x="101219" y="52920"/>
                  </a:lnTo>
                  <a:lnTo>
                    <a:pt x="102489" y="55105"/>
                  </a:lnTo>
                  <a:lnTo>
                    <a:pt x="103250" y="58140"/>
                  </a:lnTo>
                  <a:lnTo>
                    <a:pt x="104267" y="65912"/>
                  </a:lnTo>
                  <a:lnTo>
                    <a:pt x="104521" y="70065"/>
                  </a:lnTo>
                  <a:lnTo>
                    <a:pt x="104521" y="129400"/>
                  </a:lnTo>
                  <a:lnTo>
                    <a:pt x="119125" y="129400"/>
                  </a:lnTo>
                  <a:lnTo>
                    <a:pt x="119074" y="65912"/>
                  </a:lnTo>
                  <a:lnTo>
                    <a:pt x="118651" y="58484"/>
                  </a:lnTo>
                  <a:lnTo>
                    <a:pt x="117242" y="51219"/>
                  </a:lnTo>
                  <a:lnTo>
                    <a:pt x="115201" y="45758"/>
                  </a:lnTo>
                  <a:close/>
                </a:path>
                <a:path w="628650" h="132079">
                  <a:moveTo>
                    <a:pt x="99568" y="30302"/>
                  </a:moveTo>
                  <a:lnTo>
                    <a:pt x="85090" y="30302"/>
                  </a:lnTo>
                  <a:lnTo>
                    <a:pt x="80137" y="31483"/>
                  </a:lnTo>
                  <a:lnTo>
                    <a:pt x="75311" y="33845"/>
                  </a:lnTo>
                  <a:lnTo>
                    <a:pt x="70358" y="36207"/>
                  </a:lnTo>
                  <a:lnTo>
                    <a:pt x="65659" y="39484"/>
                  </a:lnTo>
                  <a:lnTo>
                    <a:pt x="61087" y="43687"/>
                  </a:lnTo>
                  <a:lnTo>
                    <a:pt x="114114" y="43687"/>
                  </a:lnTo>
                  <a:lnTo>
                    <a:pt x="111633" y="39712"/>
                  </a:lnTo>
                  <a:lnTo>
                    <a:pt x="106807" y="33439"/>
                  </a:lnTo>
                  <a:lnTo>
                    <a:pt x="99568" y="30302"/>
                  </a:lnTo>
                  <a:close/>
                </a:path>
                <a:path w="628650" h="132079">
                  <a:moveTo>
                    <a:pt x="159003" y="46621"/>
                  </a:moveTo>
                  <a:lnTo>
                    <a:pt x="144399" y="46621"/>
                  </a:lnTo>
                  <a:lnTo>
                    <a:pt x="144487" y="99580"/>
                  </a:lnTo>
                  <a:lnTo>
                    <a:pt x="144786" y="105270"/>
                  </a:lnTo>
                  <a:lnTo>
                    <a:pt x="144827" y="106054"/>
                  </a:lnTo>
                  <a:lnTo>
                    <a:pt x="146056" y="112712"/>
                  </a:lnTo>
                  <a:lnTo>
                    <a:pt x="146113" y="113018"/>
                  </a:lnTo>
                  <a:lnTo>
                    <a:pt x="148256" y="118785"/>
                  </a:lnTo>
                  <a:lnTo>
                    <a:pt x="151257" y="123355"/>
                  </a:lnTo>
                  <a:lnTo>
                    <a:pt x="155828" y="128650"/>
                  </a:lnTo>
                  <a:lnTo>
                    <a:pt x="162560" y="131305"/>
                  </a:lnTo>
                  <a:lnTo>
                    <a:pt x="173990" y="131305"/>
                  </a:lnTo>
                  <a:lnTo>
                    <a:pt x="176911" y="131038"/>
                  </a:lnTo>
                  <a:lnTo>
                    <a:pt x="180086" y="130517"/>
                  </a:lnTo>
                  <a:lnTo>
                    <a:pt x="183388" y="130009"/>
                  </a:lnTo>
                  <a:lnTo>
                    <a:pt x="186309" y="129336"/>
                  </a:lnTo>
                  <a:lnTo>
                    <a:pt x="188703" y="128650"/>
                  </a:lnTo>
                  <a:lnTo>
                    <a:pt x="189102" y="128650"/>
                  </a:lnTo>
                  <a:lnTo>
                    <a:pt x="189102" y="117055"/>
                  </a:lnTo>
                  <a:lnTo>
                    <a:pt x="171196" y="117055"/>
                  </a:lnTo>
                  <a:lnTo>
                    <a:pt x="168148" y="116522"/>
                  </a:lnTo>
                  <a:lnTo>
                    <a:pt x="164229" y="114465"/>
                  </a:lnTo>
                  <a:lnTo>
                    <a:pt x="163679" y="113944"/>
                  </a:lnTo>
                  <a:lnTo>
                    <a:pt x="162560" y="112712"/>
                  </a:lnTo>
                  <a:lnTo>
                    <a:pt x="161417" y="110413"/>
                  </a:lnTo>
                  <a:lnTo>
                    <a:pt x="160147" y="107937"/>
                  </a:lnTo>
                  <a:lnTo>
                    <a:pt x="159512" y="105270"/>
                  </a:lnTo>
                  <a:lnTo>
                    <a:pt x="159003" y="99580"/>
                  </a:lnTo>
                  <a:lnTo>
                    <a:pt x="159003" y="46621"/>
                  </a:lnTo>
                  <a:close/>
                </a:path>
                <a:path w="628650" h="132079">
                  <a:moveTo>
                    <a:pt x="189102" y="113944"/>
                  </a:moveTo>
                  <a:lnTo>
                    <a:pt x="188341" y="113944"/>
                  </a:lnTo>
                  <a:lnTo>
                    <a:pt x="187198" y="114465"/>
                  </a:lnTo>
                  <a:lnTo>
                    <a:pt x="185293" y="115112"/>
                  </a:lnTo>
                  <a:lnTo>
                    <a:pt x="182752" y="115887"/>
                  </a:lnTo>
                  <a:lnTo>
                    <a:pt x="180086" y="116662"/>
                  </a:lnTo>
                  <a:lnTo>
                    <a:pt x="177673" y="117055"/>
                  </a:lnTo>
                  <a:lnTo>
                    <a:pt x="189102" y="117055"/>
                  </a:lnTo>
                  <a:lnTo>
                    <a:pt x="189102" y="113944"/>
                  </a:lnTo>
                  <a:close/>
                </a:path>
                <a:path w="628650" h="132079">
                  <a:moveTo>
                    <a:pt x="189102" y="32981"/>
                  </a:moveTo>
                  <a:lnTo>
                    <a:pt x="134493" y="32981"/>
                  </a:lnTo>
                  <a:lnTo>
                    <a:pt x="134493" y="46621"/>
                  </a:lnTo>
                  <a:lnTo>
                    <a:pt x="189102" y="46621"/>
                  </a:lnTo>
                  <a:lnTo>
                    <a:pt x="189102" y="32981"/>
                  </a:lnTo>
                  <a:close/>
                </a:path>
                <a:path w="628650" h="132079">
                  <a:moveTo>
                    <a:pt x="159003" y="5270"/>
                  </a:moveTo>
                  <a:lnTo>
                    <a:pt x="144399" y="5270"/>
                  </a:lnTo>
                  <a:lnTo>
                    <a:pt x="144399" y="32981"/>
                  </a:lnTo>
                  <a:lnTo>
                    <a:pt x="159003" y="32981"/>
                  </a:lnTo>
                  <a:lnTo>
                    <a:pt x="159003" y="5270"/>
                  </a:lnTo>
                  <a:close/>
                </a:path>
                <a:path w="628650" h="132079">
                  <a:moveTo>
                    <a:pt x="221996" y="32981"/>
                  </a:moveTo>
                  <a:lnTo>
                    <a:pt x="207391" y="32981"/>
                  </a:lnTo>
                  <a:lnTo>
                    <a:pt x="207469" y="96951"/>
                  </a:lnTo>
                  <a:lnTo>
                    <a:pt x="227202" y="132079"/>
                  </a:lnTo>
                  <a:lnTo>
                    <a:pt x="241808" y="132079"/>
                  </a:lnTo>
                  <a:lnTo>
                    <a:pt x="246761" y="130924"/>
                  </a:lnTo>
                  <a:lnTo>
                    <a:pt x="251206" y="128625"/>
                  </a:lnTo>
                  <a:lnTo>
                    <a:pt x="255777" y="126326"/>
                  </a:lnTo>
                  <a:lnTo>
                    <a:pt x="260476" y="123012"/>
                  </a:lnTo>
                  <a:lnTo>
                    <a:pt x="265430" y="118694"/>
                  </a:lnTo>
                  <a:lnTo>
                    <a:pt x="280035" y="118694"/>
                  </a:lnTo>
                  <a:lnTo>
                    <a:pt x="280035" y="116624"/>
                  </a:lnTo>
                  <a:lnTo>
                    <a:pt x="236220" y="116624"/>
                  </a:lnTo>
                  <a:lnTo>
                    <a:pt x="232918" y="116052"/>
                  </a:lnTo>
                  <a:lnTo>
                    <a:pt x="230759" y="114896"/>
                  </a:lnTo>
                  <a:lnTo>
                    <a:pt x="228473" y="113741"/>
                  </a:lnTo>
                  <a:lnTo>
                    <a:pt x="226695" y="111899"/>
                  </a:lnTo>
                  <a:lnTo>
                    <a:pt x="223900" y="106895"/>
                  </a:lnTo>
                  <a:lnTo>
                    <a:pt x="223034" y="103999"/>
                  </a:lnTo>
                  <a:lnTo>
                    <a:pt x="222250" y="96951"/>
                  </a:lnTo>
                  <a:lnTo>
                    <a:pt x="221996" y="92773"/>
                  </a:lnTo>
                  <a:lnTo>
                    <a:pt x="221996" y="32981"/>
                  </a:lnTo>
                  <a:close/>
                </a:path>
                <a:path w="628650" h="132079">
                  <a:moveTo>
                    <a:pt x="280035" y="118694"/>
                  </a:moveTo>
                  <a:lnTo>
                    <a:pt x="265430" y="118694"/>
                  </a:lnTo>
                  <a:lnTo>
                    <a:pt x="265430" y="129400"/>
                  </a:lnTo>
                  <a:lnTo>
                    <a:pt x="280035" y="129400"/>
                  </a:lnTo>
                  <a:lnTo>
                    <a:pt x="280035" y="118694"/>
                  </a:lnTo>
                  <a:close/>
                </a:path>
                <a:path w="628650" h="132079">
                  <a:moveTo>
                    <a:pt x="280035" y="32981"/>
                  </a:moveTo>
                  <a:lnTo>
                    <a:pt x="265430" y="32981"/>
                  </a:lnTo>
                  <a:lnTo>
                    <a:pt x="265430" y="104965"/>
                  </a:lnTo>
                  <a:lnTo>
                    <a:pt x="261493" y="108369"/>
                  </a:lnTo>
                  <a:lnTo>
                    <a:pt x="257301" y="111163"/>
                  </a:lnTo>
                  <a:lnTo>
                    <a:pt x="248412" y="115531"/>
                  </a:lnTo>
                  <a:lnTo>
                    <a:pt x="244221" y="116624"/>
                  </a:lnTo>
                  <a:lnTo>
                    <a:pt x="280035" y="116624"/>
                  </a:lnTo>
                  <a:lnTo>
                    <a:pt x="280035" y="32981"/>
                  </a:lnTo>
                  <a:close/>
                </a:path>
                <a:path w="628650" h="132079">
                  <a:moveTo>
                    <a:pt x="324358" y="0"/>
                  </a:moveTo>
                  <a:lnTo>
                    <a:pt x="307848" y="0"/>
                  </a:lnTo>
                  <a:lnTo>
                    <a:pt x="307848" y="16840"/>
                  </a:lnTo>
                  <a:lnTo>
                    <a:pt x="324358" y="16840"/>
                  </a:lnTo>
                  <a:lnTo>
                    <a:pt x="324358" y="0"/>
                  </a:lnTo>
                  <a:close/>
                </a:path>
                <a:path w="628650" h="132079">
                  <a:moveTo>
                    <a:pt x="323342" y="32981"/>
                  </a:moveTo>
                  <a:lnTo>
                    <a:pt x="308737" y="32981"/>
                  </a:lnTo>
                  <a:lnTo>
                    <a:pt x="308737" y="129400"/>
                  </a:lnTo>
                  <a:lnTo>
                    <a:pt x="323342" y="129400"/>
                  </a:lnTo>
                  <a:lnTo>
                    <a:pt x="323342" y="32981"/>
                  </a:lnTo>
                  <a:close/>
                </a:path>
                <a:path w="628650" h="132079">
                  <a:moveTo>
                    <a:pt x="366268" y="46621"/>
                  </a:moveTo>
                  <a:lnTo>
                    <a:pt x="351663" y="46621"/>
                  </a:lnTo>
                  <a:lnTo>
                    <a:pt x="351751" y="99580"/>
                  </a:lnTo>
                  <a:lnTo>
                    <a:pt x="352050" y="105270"/>
                  </a:lnTo>
                  <a:lnTo>
                    <a:pt x="352091" y="106054"/>
                  </a:lnTo>
                  <a:lnTo>
                    <a:pt x="353320" y="112712"/>
                  </a:lnTo>
                  <a:lnTo>
                    <a:pt x="353377" y="113018"/>
                  </a:lnTo>
                  <a:lnTo>
                    <a:pt x="355520" y="118785"/>
                  </a:lnTo>
                  <a:lnTo>
                    <a:pt x="358521" y="123355"/>
                  </a:lnTo>
                  <a:lnTo>
                    <a:pt x="363093" y="128650"/>
                  </a:lnTo>
                  <a:lnTo>
                    <a:pt x="369824" y="131305"/>
                  </a:lnTo>
                  <a:lnTo>
                    <a:pt x="381253" y="131305"/>
                  </a:lnTo>
                  <a:lnTo>
                    <a:pt x="384175" y="131038"/>
                  </a:lnTo>
                  <a:lnTo>
                    <a:pt x="387350" y="130517"/>
                  </a:lnTo>
                  <a:lnTo>
                    <a:pt x="390651" y="130009"/>
                  </a:lnTo>
                  <a:lnTo>
                    <a:pt x="393573" y="129336"/>
                  </a:lnTo>
                  <a:lnTo>
                    <a:pt x="395967" y="128650"/>
                  </a:lnTo>
                  <a:lnTo>
                    <a:pt x="396367" y="128650"/>
                  </a:lnTo>
                  <a:lnTo>
                    <a:pt x="396367" y="117055"/>
                  </a:lnTo>
                  <a:lnTo>
                    <a:pt x="378460" y="117055"/>
                  </a:lnTo>
                  <a:lnTo>
                    <a:pt x="375412" y="116522"/>
                  </a:lnTo>
                  <a:lnTo>
                    <a:pt x="371493" y="114465"/>
                  </a:lnTo>
                  <a:lnTo>
                    <a:pt x="370943" y="113944"/>
                  </a:lnTo>
                  <a:lnTo>
                    <a:pt x="369824" y="112712"/>
                  </a:lnTo>
                  <a:lnTo>
                    <a:pt x="368681" y="110413"/>
                  </a:lnTo>
                  <a:lnTo>
                    <a:pt x="367411" y="107937"/>
                  </a:lnTo>
                  <a:lnTo>
                    <a:pt x="366775" y="105270"/>
                  </a:lnTo>
                  <a:lnTo>
                    <a:pt x="366268" y="99580"/>
                  </a:lnTo>
                  <a:lnTo>
                    <a:pt x="366268" y="46621"/>
                  </a:lnTo>
                  <a:close/>
                </a:path>
                <a:path w="628650" h="132079">
                  <a:moveTo>
                    <a:pt x="396367" y="113944"/>
                  </a:moveTo>
                  <a:lnTo>
                    <a:pt x="395605" y="113944"/>
                  </a:lnTo>
                  <a:lnTo>
                    <a:pt x="394462" y="114465"/>
                  </a:lnTo>
                  <a:lnTo>
                    <a:pt x="392557" y="115112"/>
                  </a:lnTo>
                  <a:lnTo>
                    <a:pt x="390017" y="115887"/>
                  </a:lnTo>
                  <a:lnTo>
                    <a:pt x="387350" y="116662"/>
                  </a:lnTo>
                  <a:lnTo>
                    <a:pt x="384937" y="117055"/>
                  </a:lnTo>
                  <a:lnTo>
                    <a:pt x="396367" y="117055"/>
                  </a:lnTo>
                  <a:lnTo>
                    <a:pt x="396367" y="113944"/>
                  </a:lnTo>
                  <a:close/>
                </a:path>
                <a:path w="628650" h="132079">
                  <a:moveTo>
                    <a:pt x="396367" y="32981"/>
                  </a:moveTo>
                  <a:lnTo>
                    <a:pt x="341757" y="32981"/>
                  </a:lnTo>
                  <a:lnTo>
                    <a:pt x="341757" y="46621"/>
                  </a:lnTo>
                  <a:lnTo>
                    <a:pt x="396367" y="46621"/>
                  </a:lnTo>
                  <a:lnTo>
                    <a:pt x="396367" y="32981"/>
                  </a:lnTo>
                  <a:close/>
                </a:path>
                <a:path w="628650" h="132079">
                  <a:moveTo>
                    <a:pt x="366268" y="5270"/>
                  </a:moveTo>
                  <a:lnTo>
                    <a:pt x="351663" y="5270"/>
                  </a:lnTo>
                  <a:lnTo>
                    <a:pt x="351663" y="32981"/>
                  </a:lnTo>
                  <a:lnTo>
                    <a:pt x="366268" y="32981"/>
                  </a:lnTo>
                  <a:lnTo>
                    <a:pt x="366268" y="5270"/>
                  </a:lnTo>
                  <a:close/>
                </a:path>
                <a:path w="628650" h="132079">
                  <a:moveTo>
                    <a:pt x="431038" y="0"/>
                  </a:moveTo>
                  <a:lnTo>
                    <a:pt x="414527" y="0"/>
                  </a:lnTo>
                  <a:lnTo>
                    <a:pt x="414527" y="16840"/>
                  </a:lnTo>
                  <a:lnTo>
                    <a:pt x="431038" y="16840"/>
                  </a:lnTo>
                  <a:lnTo>
                    <a:pt x="431038" y="0"/>
                  </a:lnTo>
                  <a:close/>
                </a:path>
                <a:path w="628650" h="132079">
                  <a:moveTo>
                    <a:pt x="430022" y="32981"/>
                  </a:moveTo>
                  <a:lnTo>
                    <a:pt x="415417" y="32981"/>
                  </a:lnTo>
                  <a:lnTo>
                    <a:pt x="415417" y="129400"/>
                  </a:lnTo>
                  <a:lnTo>
                    <a:pt x="430022" y="129400"/>
                  </a:lnTo>
                  <a:lnTo>
                    <a:pt x="430022" y="32981"/>
                  </a:lnTo>
                  <a:close/>
                </a:path>
                <a:path w="628650" h="132079">
                  <a:moveTo>
                    <a:pt x="467233" y="32981"/>
                  </a:moveTo>
                  <a:lnTo>
                    <a:pt x="451358" y="32981"/>
                  </a:lnTo>
                  <a:lnTo>
                    <a:pt x="486283" y="129400"/>
                  </a:lnTo>
                  <a:lnTo>
                    <a:pt x="501015" y="129400"/>
                  </a:lnTo>
                  <a:lnTo>
                    <a:pt x="508171" y="109715"/>
                  </a:lnTo>
                  <a:lnTo>
                    <a:pt x="494157" y="109715"/>
                  </a:lnTo>
                  <a:lnTo>
                    <a:pt x="467233" y="32981"/>
                  </a:lnTo>
                  <a:close/>
                </a:path>
                <a:path w="628650" h="132079">
                  <a:moveTo>
                    <a:pt x="536067" y="32981"/>
                  </a:moveTo>
                  <a:lnTo>
                    <a:pt x="520826" y="32981"/>
                  </a:lnTo>
                  <a:lnTo>
                    <a:pt x="494157" y="109715"/>
                  </a:lnTo>
                  <a:lnTo>
                    <a:pt x="508171" y="109715"/>
                  </a:lnTo>
                  <a:lnTo>
                    <a:pt x="536067" y="32981"/>
                  </a:lnTo>
                  <a:close/>
                </a:path>
                <a:path w="628650" h="132079">
                  <a:moveTo>
                    <a:pt x="591566" y="30302"/>
                  </a:moveTo>
                  <a:lnTo>
                    <a:pt x="555884" y="51758"/>
                  </a:lnTo>
                  <a:lnTo>
                    <a:pt x="549401" y="81749"/>
                  </a:lnTo>
                  <a:lnTo>
                    <a:pt x="550162" y="93022"/>
                  </a:lnTo>
                  <a:lnTo>
                    <a:pt x="552396" y="102768"/>
                  </a:lnTo>
                  <a:lnTo>
                    <a:pt x="552434" y="102931"/>
                  </a:lnTo>
                  <a:lnTo>
                    <a:pt x="585143" y="130873"/>
                  </a:lnTo>
                  <a:lnTo>
                    <a:pt x="585476" y="130873"/>
                  </a:lnTo>
                  <a:lnTo>
                    <a:pt x="595249" y="131648"/>
                  </a:lnTo>
                  <a:lnTo>
                    <a:pt x="600837" y="131648"/>
                  </a:lnTo>
                  <a:lnTo>
                    <a:pt x="606298" y="130873"/>
                  </a:lnTo>
                  <a:lnTo>
                    <a:pt x="616458" y="127761"/>
                  </a:lnTo>
                  <a:lnTo>
                    <a:pt x="621538" y="125831"/>
                  </a:lnTo>
                  <a:lnTo>
                    <a:pt x="626491" y="123532"/>
                  </a:lnTo>
                  <a:lnTo>
                    <a:pt x="626491" y="117487"/>
                  </a:lnTo>
                  <a:lnTo>
                    <a:pt x="590550" y="117487"/>
                  </a:lnTo>
                  <a:lnTo>
                    <a:pt x="586486" y="116801"/>
                  </a:lnTo>
                  <a:lnTo>
                    <a:pt x="579120" y="114033"/>
                  </a:lnTo>
                  <a:lnTo>
                    <a:pt x="575945" y="111963"/>
                  </a:lnTo>
                  <a:lnTo>
                    <a:pt x="573277" y="109207"/>
                  </a:lnTo>
                  <a:lnTo>
                    <a:pt x="570484" y="106375"/>
                  </a:lnTo>
                  <a:lnTo>
                    <a:pt x="568301" y="102931"/>
                  </a:lnTo>
                  <a:lnTo>
                    <a:pt x="568198" y="102768"/>
                  </a:lnTo>
                  <a:lnTo>
                    <a:pt x="566674" y="98361"/>
                  </a:lnTo>
                  <a:lnTo>
                    <a:pt x="565023" y="93967"/>
                  </a:lnTo>
                  <a:lnTo>
                    <a:pt x="564261" y="88798"/>
                  </a:lnTo>
                  <a:lnTo>
                    <a:pt x="564261" y="82867"/>
                  </a:lnTo>
                  <a:lnTo>
                    <a:pt x="628142" y="82867"/>
                  </a:lnTo>
                  <a:lnTo>
                    <a:pt x="628142" y="74066"/>
                  </a:lnTo>
                  <a:lnTo>
                    <a:pt x="627929" y="70536"/>
                  </a:lnTo>
                  <a:lnTo>
                    <a:pt x="564253" y="70536"/>
                  </a:lnTo>
                  <a:lnTo>
                    <a:pt x="564785" y="64177"/>
                  </a:lnTo>
                  <a:lnTo>
                    <a:pt x="564896" y="62852"/>
                  </a:lnTo>
                  <a:lnTo>
                    <a:pt x="567436" y="56489"/>
                  </a:lnTo>
                  <a:lnTo>
                    <a:pt x="572135" y="51371"/>
                  </a:lnTo>
                  <a:lnTo>
                    <a:pt x="576707" y="46240"/>
                  </a:lnTo>
                  <a:lnTo>
                    <a:pt x="582930" y="43687"/>
                  </a:lnTo>
                  <a:lnTo>
                    <a:pt x="619936" y="43687"/>
                  </a:lnTo>
                  <a:lnTo>
                    <a:pt x="618617" y="41694"/>
                  </a:lnTo>
                  <a:lnTo>
                    <a:pt x="613354" y="36710"/>
                  </a:lnTo>
                  <a:lnTo>
                    <a:pt x="607091" y="33150"/>
                  </a:lnTo>
                  <a:lnTo>
                    <a:pt x="599828" y="31014"/>
                  </a:lnTo>
                  <a:lnTo>
                    <a:pt x="591566" y="30302"/>
                  </a:lnTo>
                  <a:close/>
                </a:path>
                <a:path w="628650" h="132079">
                  <a:moveTo>
                    <a:pt x="626491" y="105829"/>
                  </a:moveTo>
                  <a:lnTo>
                    <a:pt x="625728" y="105829"/>
                  </a:lnTo>
                  <a:lnTo>
                    <a:pt x="623189" y="108369"/>
                  </a:lnTo>
                  <a:lnTo>
                    <a:pt x="618871" y="110947"/>
                  </a:lnTo>
                  <a:lnTo>
                    <a:pt x="606933" y="116179"/>
                  </a:lnTo>
                  <a:lnTo>
                    <a:pt x="600964" y="117487"/>
                  </a:lnTo>
                  <a:lnTo>
                    <a:pt x="626491" y="117487"/>
                  </a:lnTo>
                  <a:lnTo>
                    <a:pt x="626491" y="105829"/>
                  </a:lnTo>
                  <a:close/>
                </a:path>
                <a:path w="628650" h="132079">
                  <a:moveTo>
                    <a:pt x="619936" y="43687"/>
                  </a:moveTo>
                  <a:lnTo>
                    <a:pt x="598551" y="43687"/>
                  </a:lnTo>
                  <a:lnTo>
                    <a:pt x="604393" y="46012"/>
                  </a:lnTo>
                  <a:lnTo>
                    <a:pt x="612013" y="55333"/>
                  </a:lnTo>
                  <a:lnTo>
                    <a:pt x="613918" y="61925"/>
                  </a:lnTo>
                  <a:lnTo>
                    <a:pt x="613918" y="70536"/>
                  </a:lnTo>
                  <a:lnTo>
                    <a:pt x="627929" y="70536"/>
                  </a:lnTo>
                  <a:lnTo>
                    <a:pt x="627546" y="64177"/>
                  </a:lnTo>
                  <a:lnTo>
                    <a:pt x="625760" y="55484"/>
                  </a:lnTo>
                  <a:lnTo>
                    <a:pt x="622784" y="47989"/>
                  </a:lnTo>
                  <a:lnTo>
                    <a:pt x="619936" y="43687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5987288" y="5506923"/>
            <a:ext cx="259905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dashboard</a:t>
            </a:r>
            <a:r>
              <a:rPr dirty="0" sz="1400" spc="-1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400" spc="-1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reporting</a:t>
            </a:r>
            <a:r>
              <a:rPr dirty="0" sz="140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tools.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199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105"/>
              </a:spcBef>
            </a:pPr>
            <a:r>
              <a:rPr dirty="0" sz="3450" spc="-80"/>
              <a:t>Project</a:t>
            </a:r>
            <a:r>
              <a:rPr dirty="0" sz="3450" spc="-370"/>
              <a:t> </a:t>
            </a:r>
            <a:r>
              <a:rPr dirty="0" sz="3450" spc="-10"/>
              <a:t>Objectives</a:t>
            </a:r>
            <a:endParaRPr sz="3450"/>
          </a:p>
        </p:txBody>
      </p:sp>
      <p:sp>
        <p:nvSpPr>
          <p:cNvPr id="46" name="object 46" descr=""/>
          <p:cNvSpPr txBox="1"/>
          <p:nvPr/>
        </p:nvSpPr>
        <p:spPr>
          <a:xfrm>
            <a:off x="606348" y="1417447"/>
            <a:ext cx="601027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Four</a:t>
            </a:r>
            <a:r>
              <a:rPr dirty="0" sz="1400" spc="-1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core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goals</a:t>
            </a:r>
            <a:r>
              <a:rPr dirty="0" sz="140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drive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this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system's</a:t>
            </a:r>
            <a:r>
              <a:rPr dirty="0" sz="1400" spc="-1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design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4</a:t>
            </a:r>
            <a:r>
              <a:rPr dirty="0" sz="1400" spc="-1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from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BECEF"/>
                </a:solidFill>
                <a:latin typeface="Verdana"/>
                <a:cs typeface="Verdana"/>
              </a:rPr>
              <a:t>detection</a:t>
            </a:r>
            <a:r>
              <a:rPr dirty="0" sz="1400" spc="-1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to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EBECEF"/>
                </a:solidFill>
                <a:latin typeface="Verdana"/>
                <a:cs typeface="Verdana"/>
              </a:rPr>
              <a:t>prevention.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9468484" y="5941834"/>
            <a:ext cx="1962785" cy="517525"/>
            <a:chOff x="9468484" y="5941834"/>
            <a:chExt cx="1962785" cy="517525"/>
          </a:xfrm>
        </p:grpSpPr>
        <p:pic>
          <p:nvPicPr>
            <p:cNvPr id="48" name="object 4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81184" y="5954534"/>
              <a:ext cx="1937384" cy="491985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9481184" y="5954534"/>
              <a:ext cx="1937385" cy="492125"/>
            </a:xfrm>
            <a:custGeom>
              <a:avLst/>
              <a:gdLst/>
              <a:ahLst/>
              <a:cxnLst/>
              <a:rect l="l" t="t" r="r" b="b"/>
              <a:pathLst>
                <a:path w="1937384" h="492125">
                  <a:moveTo>
                    <a:pt x="1937384" y="491985"/>
                  </a:moveTo>
                  <a:lnTo>
                    <a:pt x="1937384" y="0"/>
                  </a:lnTo>
                  <a:lnTo>
                    <a:pt x="0" y="0"/>
                  </a:lnTo>
                  <a:lnTo>
                    <a:pt x="0" y="491985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43585"/>
            <a:ext cx="192532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/>
              <a:t>Technology</a:t>
            </a:r>
            <a:r>
              <a:rPr dirty="0" sz="1800" spc="-140"/>
              <a:t> </a:t>
            </a:r>
            <a:r>
              <a:rPr dirty="0" sz="1800" spc="-20"/>
              <a:t>Stack</a:t>
            </a:r>
            <a:endParaRPr sz="1800"/>
          </a:p>
        </p:txBody>
      </p:sp>
      <p:sp>
        <p:nvSpPr>
          <p:cNvPr id="3" name="object 3" descr=""/>
          <p:cNvSpPr txBox="1"/>
          <p:nvPr/>
        </p:nvSpPr>
        <p:spPr>
          <a:xfrm>
            <a:off x="307340" y="621537"/>
            <a:ext cx="30245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EBECEF"/>
                </a:solidFill>
                <a:latin typeface="Verdana"/>
                <a:cs typeface="Verdana"/>
              </a:rPr>
              <a:t>A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 modern,</a:t>
            </a:r>
            <a:r>
              <a:rPr dirty="0" sz="700" spc="-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0">
                <a:solidFill>
                  <a:srgbClr val="EBECEF"/>
                </a:solidFill>
                <a:latin typeface="Verdana"/>
                <a:cs typeface="Verdana"/>
              </a:rPr>
              <a:t>full-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stack</a:t>
            </a:r>
            <a:r>
              <a:rPr dirty="0" sz="700" spc="-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architecture</a:t>
            </a:r>
            <a:r>
              <a:rPr dirty="0" sz="700" spc="-1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25">
                <a:solidFill>
                  <a:srgbClr val="EBECEF"/>
                </a:solidFill>
                <a:latin typeface="Verdana"/>
                <a:cs typeface="Verdana"/>
              </a:rPr>
              <a:t>built</a:t>
            </a:r>
            <a:r>
              <a:rPr dirty="0" sz="700" spc="-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25">
                <a:solidFill>
                  <a:srgbClr val="EBECEF"/>
                </a:solidFill>
                <a:latin typeface="Verdana"/>
                <a:cs typeface="Verdana"/>
              </a:rPr>
              <a:t>for</a:t>
            </a:r>
            <a:r>
              <a:rPr dirty="0" sz="700" spc="-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0">
                <a:solidFill>
                  <a:srgbClr val="EBECEF"/>
                </a:solidFill>
                <a:latin typeface="Verdana"/>
                <a:cs typeface="Verdana"/>
              </a:rPr>
              <a:t>speed,</a:t>
            </a:r>
            <a:r>
              <a:rPr dirty="0" sz="700" spc="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EBECEF"/>
                </a:solidFill>
                <a:latin typeface="Verdana"/>
                <a:cs typeface="Verdana"/>
              </a:rPr>
              <a:t>scalability,</a:t>
            </a:r>
            <a:r>
              <a:rPr dirty="0" sz="700" spc="-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700" spc="-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10">
                <a:solidFill>
                  <a:srgbClr val="EBECEF"/>
                </a:solidFill>
                <a:latin typeface="Verdana"/>
                <a:cs typeface="Verdana"/>
              </a:rPr>
              <a:t>security.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35471" y="2973425"/>
            <a:ext cx="2373630" cy="95440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900" spc="-55" b="1">
                <a:solidFill>
                  <a:srgbClr val="EBECEF"/>
                </a:solidFill>
                <a:latin typeface="Tahoma"/>
                <a:cs typeface="Tahoma"/>
              </a:rPr>
              <a:t>React.js</a:t>
            </a:r>
            <a:r>
              <a:rPr dirty="0" sz="900" spc="-7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EBECEF"/>
                </a:solidFill>
                <a:latin typeface="Tahoma"/>
                <a:cs typeface="Tahoma"/>
              </a:rPr>
              <a:t>+</a:t>
            </a:r>
            <a:r>
              <a:rPr dirty="0" sz="900" spc="-9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900" spc="-55" b="1">
                <a:solidFill>
                  <a:srgbClr val="EBECEF"/>
                </a:solidFill>
                <a:latin typeface="Tahoma"/>
                <a:cs typeface="Tahoma"/>
              </a:rPr>
              <a:t>Tailwind</a:t>
            </a:r>
            <a:r>
              <a:rPr dirty="0" sz="900" spc="-8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EBECEF"/>
                </a:solidFill>
                <a:latin typeface="Tahoma"/>
                <a:cs typeface="Tahoma"/>
              </a:rPr>
              <a:t>CSS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ts val="740"/>
              </a:lnSpc>
              <a:spcBef>
                <a:spcPts val="520"/>
              </a:spcBef>
            </a:pP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Responsive,</a:t>
            </a:r>
            <a:r>
              <a:rPr dirty="0" sz="700" spc="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EBECEF"/>
                </a:solidFill>
                <a:latin typeface="Verdana"/>
                <a:cs typeface="Verdana"/>
              </a:rPr>
              <a:t>component-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driven</a:t>
            </a:r>
            <a:r>
              <a:rPr dirty="0" sz="700" spc="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0">
                <a:solidFill>
                  <a:srgbClr val="EBECEF"/>
                </a:solidFill>
                <a:latin typeface="Verdana"/>
                <a:cs typeface="Verdana"/>
              </a:rPr>
              <a:t>UI</a:t>
            </a:r>
            <a:r>
              <a:rPr dirty="0" sz="700" spc="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0">
                <a:solidFill>
                  <a:srgbClr val="EBECEF"/>
                </a:solidFill>
                <a:latin typeface="Verdana"/>
                <a:cs typeface="Verdana"/>
              </a:rPr>
              <a:t>with</a:t>
            </a:r>
            <a:r>
              <a:rPr dirty="0" sz="700" spc="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utility-</a:t>
            </a:r>
            <a:r>
              <a:rPr dirty="0" sz="700" spc="-40">
                <a:solidFill>
                  <a:srgbClr val="EBECEF"/>
                </a:solidFill>
                <a:latin typeface="Verdana"/>
                <a:cs typeface="Verdana"/>
              </a:rPr>
              <a:t>first</a:t>
            </a:r>
            <a:r>
              <a:rPr dirty="0" sz="700" spc="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10">
                <a:solidFill>
                  <a:srgbClr val="EBECEF"/>
                </a:solidFill>
                <a:latin typeface="Verdana"/>
                <a:cs typeface="Verdana"/>
              </a:rPr>
              <a:t>styling </a:t>
            </a:r>
            <a:r>
              <a:rPr dirty="0" sz="700">
                <a:solidFill>
                  <a:srgbClr val="EBECEF"/>
                </a:solidFill>
                <a:latin typeface="Verdana"/>
                <a:cs typeface="Verdana"/>
              </a:rPr>
              <a:t>for</a:t>
            </a:r>
            <a:r>
              <a:rPr dirty="0" sz="700" spc="-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>
                <a:solidFill>
                  <a:srgbClr val="EBECEF"/>
                </a:solidFill>
                <a:latin typeface="Verdana"/>
                <a:cs typeface="Verdana"/>
              </a:rPr>
              <a:t>rapid</a:t>
            </a:r>
            <a:r>
              <a:rPr dirty="0" sz="700" spc="-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10">
                <a:solidFill>
                  <a:srgbClr val="EBECEF"/>
                </a:solidFill>
                <a:latin typeface="Verdana"/>
                <a:cs typeface="Verdana"/>
              </a:rPr>
              <a:t>iteration.</a:t>
            </a:r>
            <a:endParaRPr sz="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900" spc="-10" b="1">
                <a:solidFill>
                  <a:srgbClr val="EBECEF"/>
                </a:solidFill>
                <a:latin typeface="Tahoma"/>
                <a:cs typeface="Tahoma"/>
              </a:rPr>
              <a:t>MongoDB</a:t>
            </a:r>
            <a:endParaRPr sz="900">
              <a:latin typeface="Tahoma"/>
              <a:cs typeface="Tahoma"/>
            </a:endParaRPr>
          </a:p>
          <a:p>
            <a:pPr marL="12700" marR="15875">
              <a:lnSpc>
                <a:spcPts val="740"/>
              </a:lnSpc>
              <a:spcBef>
                <a:spcPts val="525"/>
              </a:spcBef>
            </a:pPr>
            <a:r>
              <a:rPr dirty="0" sz="700" spc="-25">
                <a:solidFill>
                  <a:srgbClr val="EBECEF"/>
                </a:solidFill>
                <a:latin typeface="Verdana"/>
                <a:cs typeface="Verdana"/>
              </a:rPr>
              <a:t>Flexible</a:t>
            </a:r>
            <a:r>
              <a:rPr dirty="0" sz="700" spc="-7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0">
                <a:solidFill>
                  <a:srgbClr val="EBECEF"/>
                </a:solidFill>
                <a:latin typeface="Verdana"/>
                <a:cs typeface="Verdana"/>
              </a:rPr>
              <a:t>document</a:t>
            </a:r>
            <a:r>
              <a:rPr dirty="0" sz="700" spc="-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0">
                <a:solidFill>
                  <a:srgbClr val="EBECEF"/>
                </a:solidFill>
                <a:latin typeface="Verdana"/>
                <a:cs typeface="Verdana"/>
              </a:rPr>
              <a:t>database</a:t>
            </a:r>
            <a:r>
              <a:rPr dirty="0" sz="700" spc="-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25">
                <a:solidFill>
                  <a:srgbClr val="EBECEF"/>
                </a:solidFill>
                <a:latin typeface="Verdana"/>
                <a:cs typeface="Verdana"/>
              </a:rPr>
              <a:t>ideal</a:t>
            </a:r>
            <a:r>
              <a:rPr dirty="0" sz="700" spc="-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25">
                <a:solidFill>
                  <a:srgbClr val="EBECEF"/>
                </a:solidFill>
                <a:latin typeface="Verdana"/>
                <a:cs typeface="Verdana"/>
              </a:rPr>
              <a:t>for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25">
                <a:solidFill>
                  <a:srgbClr val="EBECEF"/>
                </a:solidFill>
                <a:latin typeface="Verdana"/>
                <a:cs typeface="Verdana"/>
              </a:rPr>
              <a:t>storing</a:t>
            </a:r>
            <a:r>
              <a:rPr dirty="0" sz="700" spc="-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10">
                <a:solidFill>
                  <a:srgbClr val="EBECEF"/>
                </a:solidFill>
                <a:latin typeface="Verdana"/>
                <a:cs typeface="Verdana"/>
              </a:rPr>
              <a:t>transaction </a:t>
            </a:r>
            <a:r>
              <a:rPr dirty="0" sz="700">
                <a:solidFill>
                  <a:srgbClr val="EBECEF"/>
                </a:solidFill>
                <a:latin typeface="Verdana"/>
                <a:cs typeface="Verdana"/>
              </a:rPr>
              <a:t>records</a:t>
            </a:r>
            <a:r>
              <a:rPr dirty="0" sz="700" spc="-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700" spc="-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>
                <a:solidFill>
                  <a:srgbClr val="EBECEF"/>
                </a:solidFill>
                <a:latin typeface="Verdana"/>
                <a:cs typeface="Verdana"/>
              </a:rPr>
              <a:t>user</a:t>
            </a:r>
            <a:r>
              <a:rPr dirty="0" sz="700" spc="-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20">
                <a:solidFill>
                  <a:srgbClr val="EBECEF"/>
                </a:solidFill>
                <a:latin typeface="Verdana"/>
                <a:cs typeface="Verdana"/>
              </a:rPr>
              <a:t>data.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606408" y="2973425"/>
            <a:ext cx="2421255" cy="95440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900" spc="-65" b="1">
                <a:solidFill>
                  <a:srgbClr val="EBECEF"/>
                </a:solidFill>
                <a:latin typeface="Tahoma"/>
                <a:cs typeface="Tahoma"/>
              </a:rPr>
              <a:t>Node.js</a:t>
            </a:r>
            <a:r>
              <a:rPr dirty="0" sz="900" spc="-6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EBECEF"/>
                </a:solidFill>
                <a:latin typeface="Tahoma"/>
                <a:cs typeface="Tahoma"/>
              </a:rPr>
              <a:t>+</a:t>
            </a:r>
            <a:r>
              <a:rPr dirty="0" sz="900" spc="-6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EBECEF"/>
                </a:solidFill>
                <a:latin typeface="Tahoma"/>
                <a:cs typeface="Tahoma"/>
              </a:rPr>
              <a:t>Express.js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ts val="740"/>
              </a:lnSpc>
              <a:spcBef>
                <a:spcPts val="520"/>
              </a:spcBef>
            </a:pP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Lightweight,</a:t>
            </a:r>
            <a:r>
              <a:rPr dirty="0" sz="700" spc="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high-</a:t>
            </a:r>
            <a:r>
              <a:rPr dirty="0" sz="700" spc="-40">
                <a:solidFill>
                  <a:srgbClr val="EBECEF"/>
                </a:solidFill>
                <a:latin typeface="Verdana"/>
                <a:cs typeface="Verdana"/>
              </a:rPr>
              <a:t>performance</a:t>
            </a:r>
            <a:r>
              <a:rPr dirty="0" sz="700" spc="1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EBECEF"/>
                </a:solidFill>
                <a:latin typeface="Verdana"/>
                <a:cs typeface="Verdana"/>
              </a:rPr>
              <a:t>backend</a:t>
            </a:r>
            <a:r>
              <a:rPr dirty="0" sz="700" spc="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powering</a:t>
            </a:r>
            <a:r>
              <a:rPr dirty="0" sz="700" spc="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20">
                <a:solidFill>
                  <a:srgbClr val="EBECEF"/>
                </a:solidFill>
                <a:latin typeface="Verdana"/>
                <a:cs typeface="Verdana"/>
              </a:rPr>
              <a:t>RESTful API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10">
                <a:solidFill>
                  <a:srgbClr val="EBECEF"/>
                </a:solidFill>
                <a:latin typeface="Verdana"/>
                <a:cs typeface="Verdana"/>
              </a:rPr>
              <a:t>services.</a:t>
            </a:r>
            <a:endParaRPr sz="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900" b="1">
                <a:solidFill>
                  <a:srgbClr val="EBECEF"/>
                </a:solidFill>
                <a:latin typeface="Tahoma"/>
                <a:cs typeface="Tahoma"/>
              </a:rPr>
              <a:t>JWT</a:t>
            </a:r>
            <a:r>
              <a:rPr dirty="0" sz="900" spc="-7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EBECEF"/>
                </a:solidFill>
                <a:latin typeface="Tahoma"/>
                <a:cs typeface="Tahoma"/>
              </a:rPr>
              <a:t>Authentication</a:t>
            </a:r>
            <a:endParaRPr sz="900">
              <a:latin typeface="Tahoma"/>
              <a:cs typeface="Tahoma"/>
            </a:endParaRPr>
          </a:p>
          <a:p>
            <a:pPr marL="12700" marR="133985">
              <a:lnSpc>
                <a:spcPts val="740"/>
              </a:lnSpc>
              <a:spcBef>
                <a:spcPts val="525"/>
              </a:spcBef>
            </a:pPr>
            <a:r>
              <a:rPr dirty="0" sz="700" spc="-30">
                <a:solidFill>
                  <a:srgbClr val="EBECEF"/>
                </a:solidFill>
                <a:latin typeface="Verdana"/>
                <a:cs typeface="Verdana"/>
              </a:rPr>
              <a:t>Stateless,</a:t>
            </a:r>
            <a:r>
              <a:rPr dirty="0" sz="700" spc="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45">
                <a:solidFill>
                  <a:srgbClr val="EBECEF"/>
                </a:solidFill>
                <a:latin typeface="Verdana"/>
                <a:cs typeface="Verdana"/>
              </a:rPr>
              <a:t>token-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based</a:t>
            </a:r>
            <a:r>
              <a:rPr dirty="0" sz="700" spc="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authentication</a:t>
            </a:r>
            <a:r>
              <a:rPr dirty="0" sz="70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35">
                <a:solidFill>
                  <a:srgbClr val="EBECEF"/>
                </a:solidFill>
                <a:latin typeface="Verdana"/>
                <a:cs typeface="Verdana"/>
              </a:rPr>
              <a:t>ensuring</a:t>
            </a:r>
            <a:r>
              <a:rPr dirty="0" sz="700" spc="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10">
                <a:solidFill>
                  <a:srgbClr val="EBECEF"/>
                </a:solidFill>
                <a:latin typeface="Verdana"/>
                <a:cs typeface="Verdana"/>
              </a:rPr>
              <a:t>secure, scalable</a:t>
            </a:r>
            <a:r>
              <a:rPr dirty="0" sz="700" spc="-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>
                <a:solidFill>
                  <a:srgbClr val="EBECEF"/>
                </a:solidFill>
                <a:latin typeface="Verdana"/>
                <a:cs typeface="Verdana"/>
              </a:rPr>
              <a:t>session</a:t>
            </a:r>
            <a:r>
              <a:rPr dirty="0" sz="700" spc="-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700" spc="-10">
                <a:solidFill>
                  <a:srgbClr val="EBECEF"/>
                </a:solidFill>
                <a:latin typeface="Verdana"/>
                <a:cs typeface="Verdana"/>
              </a:rPr>
              <a:t>management.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846213"/>
            <a:ext cx="5276215" cy="527621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9300" y="3055366"/>
            <a:ext cx="19050" cy="3905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96300" y="3056127"/>
            <a:ext cx="19048" cy="39052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9300" y="3522345"/>
            <a:ext cx="19050" cy="39052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6300" y="3522345"/>
            <a:ext cx="19048" cy="390525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9512300" y="5767247"/>
            <a:ext cx="1930400" cy="692150"/>
            <a:chOff x="9512300" y="5767247"/>
            <a:chExt cx="1930400" cy="692150"/>
          </a:xfrm>
        </p:grpSpPr>
        <p:pic>
          <p:nvPicPr>
            <p:cNvPr id="12" name="object 12" descr="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80244" y="5925310"/>
              <a:ext cx="1746503" cy="41452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25000" y="5779947"/>
              <a:ext cx="1905000" cy="66657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9525000" y="5779947"/>
              <a:ext cx="1905000" cy="666750"/>
            </a:xfrm>
            <a:custGeom>
              <a:avLst/>
              <a:gdLst/>
              <a:ahLst/>
              <a:cxnLst/>
              <a:rect l="l" t="t" r="r" b="b"/>
              <a:pathLst>
                <a:path w="1905000" h="666750">
                  <a:moveTo>
                    <a:pt x="1905000" y="0"/>
                  </a:moveTo>
                  <a:lnTo>
                    <a:pt x="0" y="0"/>
                  </a:lnTo>
                  <a:lnTo>
                    <a:pt x="0" y="666572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905375" y="1322070"/>
            <a:ext cx="5905500" cy="1019175"/>
            <a:chOff x="4905375" y="1322070"/>
            <a:chExt cx="5905500" cy="1019175"/>
          </a:xfrm>
        </p:grpSpPr>
        <p:sp>
          <p:nvSpPr>
            <p:cNvPr id="3" name="object 3" descr=""/>
            <p:cNvSpPr/>
            <p:nvPr/>
          </p:nvSpPr>
          <p:spPr>
            <a:xfrm>
              <a:off x="4914900" y="1331595"/>
              <a:ext cx="5886450" cy="1000125"/>
            </a:xfrm>
            <a:custGeom>
              <a:avLst/>
              <a:gdLst/>
              <a:ahLst/>
              <a:cxnLst/>
              <a:rect l="l" t="t" r="r" b="b"/>
              <a:pathLst>
                <a:path w="5886450" h="1000125">
                  <a:moveTo>
                    <a:pt x="5848984" y="0"/>
                  </a:moveTo>
                  <a:lnTo>
                    <a:pt x="37464" y="0"/>
                  </a:lnTo>
                  <a:lnTo>
                    <a:pt x="32003" y="1142"/>
                  </a:lnTo>
                  <a:lnTo>
                    <a:pt x="1142" y="32003"/>
                  </a:lnTo>
                  <a:lnTo>
                    <a:pt x="0" y="37464"/>
                  </a:lnTo>
                  <a:lnTo>
                    <a:pt x="0" y="962660"/>
                  </a:lnTo>
                  <a:lnTo>
                    <a:pt x="21336" y="994663"/>
                  </a:lnTo>
                  <a:lnTo>
                    <a:pt x="37464" y="1000125"/>
                  </a:lnTo>
                  <a:lnTo>
                    <a:pt x="5848984" y="1000125"/>
                  </a:lnTo>
                  <a:lnTo>
                    <a:pt x="5880989" y="978788"/>
                  </a:lnTo>
                  <a:lnTo>
                    <a:pt x="5886450" y="962660"/>
                  </a:lnTo>
                  <a:lnTo>
                    <a:pt x="5886450" y="37464"/>
                  </a:lnTo>
                  <a:lnTo>
                    <a:pt x="5865114" y="5461"/>
                  </a:lnTo>
                  <a:lnTo>
                    <a:pt x="5854446" y="1142"/>
                  </a:lnTo>
                  <a:lnTo>
                    <a:pt x="5848984" y="0"/>
                  </a:lnTo>
                  <a:close/>
                </a:path>
              </a:pathLst>
            </a:custGeom>
            <a:solidFill>
              <a:srgbClr val="0E151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914900" y="1331595"/>
              <a:ext cx="5886450" cy="1000125"/>
            </a:xfrm>
            <a:custGeom>
              <a:avLst/>
              <a:gdLst/>
              <a:ahLst/>
              <a:cxnLst/>
              <a:rect l="l" t="t" r="r" b="b"/>
              <a:pathLst>
                <a:path w="5886450" h="1000125">
                  <a:moveTo>
                    <a:pt x="0" y="956945"/>
                  </a:moveTo>
                  <a:lnTo>
                    <a:pt x="0" y="43179"/>
                  </a:lnTo>
                  <a:lnTo>
                    <a:pt x="0" y="37464"/>
                  </a:lnTo>
                  <a:lnTo>
                    <a:pt x="1142" y="32003"/>
                  </a:lnTo>
                  <a:lnTo>
                    <a:pt x="3301" y="26670"/>
                  </a:lnTo>
                  <a:lnTo>
                    <a:pt x="5461" y="21336"/>
                  </a:lnTo>
                  <a:lnTo>
                    <a:pt x="8636" y="16637"/>
                  </a:lnTo>
                  <a:lnTo>
                    <a:pt x="12700" y="12700"/>
                  </a:lnTo>
                  <a:lnTo>
                    <a:pt x="16637" y="8636"/>
                  </a:lnTo>
                  <a:lnTo>
                    <a:pt x="21336" y="5461"/>
                  </a:lnTo>
                  <a:lnTo>
                    <a:pt x="26670" y="3301"/>
                  </a:lnTo>
                  <a:lnTo>
                    <a:pt x="32003" y="1142"/>
                  </a:lnTo>
                  <a:lnTo>
                    <a:pt x="37464" y="0"/>
                  </a:lnTo>
                  <a:lnTo>
                    <a:pt x="43179" y="0"/>
                  </a:lnTo>
                  <a:lnTo>
                    <a:pt x="5843270" y="0"/>
                  </a:lnTo>
                  <a:lnTo>
                    <a:pt x="5848984" y="0"/>
                  </a:lnTo>
                  <a:lnTo>
                    <a:pt x="5854446" y="1142"/>
                  </a:lnTo>
                  <a:lnTo>
                    <a:pt x="5859780" y="3301"/>
                  </a:lnTo>
                  <a:lnTo>
                    <a:pt x="5865114" y="5461"/>
                  </a:lnTo>
                  <a:lnTo>
                    <a:pt x="5869685" y="8636"/>
                  </a:lnTo>
                  <a:lnTo>
                    <a:pt x="5873750" y="12700"/>
                  </a:lnTo>
                  <a:lnTo>
                    <a:pt x="5877814" y="16637"/>
                  </a:lnTo>
                  <a:lnTo>
                    <a:pt x="5880989" y="21336"/>
                  </a:lnTo>
                  <a:lnTo>
                    <a:pt x="5883148" y="26670"/>
                  </a:lnTo>
                  <a:lnTo>
                    <a:pt x="5885307" y="32003"/>
                  </a:lnTo>
                  <a:lnTo>
                    <a:pt x="5886450" y="37464"/>
                  </a:lnTo>
                  <a:lnTo>
                    <a:pt x="5886450" y="43179"/>
                  </a:lnTo>
                  <a:lnTo>
                    <a:pt x="5886450" y="956945"/>
                  </a:lnTo>
                  <a:lnTo>
                    <a:pt x="5886450" y="962660"/>
                  </a:lnTo>
                  <a:lnTo>
                    <a:pt x="5885307" y="968121"/>
                  </a:lnTo>
                  <a:lnTo>
                    <a:pt x="5883148" y="973454"/>
                  </a:lnTo>
                  <a:lnTo>
                    <a:pt x="5880989" y="978788"/>
                  </a:lnTo>
                  <a:lnTo>
                    <a:pt x="5859780" y="996823"/>
                  </a:lnTo>
                  <a:lnTo>
                    <a:pt x="5854446" y="998982"/>
                  </a:lnTo>
                  <a:lnTo>
                    <a:pt x="5848984" y="1000125"/>
                  </a:lnTo>
                  <a:lnTo>
                    <a:pt x="5843270" y="1000125"/>
                  </a:lnTo>
                  <a:lnTo>
                    <a:pt x="43179" y="1000125"/>
                  </a:lnTo>
                  <a:lnTo>
                    <a:pt x="37464" y="1000125"/>
                  </a:lnTo>
                  <a:lnTo>
                    <a:pt x="32003" y="998982"/>
                  </a:lnTo>
                  <a:lnTo>
                    <a:pt x="26670" y="996823"/>
                  </a:lnTo>
                  <a:lnTo>
                    <a:pt x="21336" y="994663"/>
                  </a:lnTo>
                  <a:lnTo>
                    <a:pt x="16637" y="991488"/>
                  </a:lnTo>
                  <a:lnTo>
                    <a:pt x="12700" y="987425"/>
                  </a:lnTo>
                  <a:lnTo>
                    <a:pt x="8636" y="983361"/>
                  </a:lnTo>
                  <a:lnTo>
                    <a:pt x="5461" y="978788"/>
                  </a:lnTo>
                  <a:lnTo>
                    <a:pt x="3301" y="973454"/>
                  </a:lnTo>
                  <a:lnTo>
                    <a:pt x="1142" y="968121"/>
                  </a:lnTo>
                  <a:lnTo>
                    <a:pt x="0" y="962660"/>
                  </a:lnTo>
                  <a:lnTo>
                    <a:pt x="0" y="956945"/>
                  </a:lnTo>
                  <a:close/>
                </a:path>
              </a:pathLst>
            </a:custGeom>
            <a:ln w="19050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924425" y="1341120"/>
              <a:ext cx="595630" cy="981075"/>
            </a:xfrm>
            <a:custGeom>
              <a:avLst/>
              <a:gdLst/>
              <a:ahLst/>
              <a:cxnLst/>
              <a:rect l="l" t="t" r="r" b="b"/>
              <a:pathLst>
                <a:path w="595629" h="981075">
                  <a:moveTo>
                    <a:pt x="595249" y="0"/>
                  </a:moveTo>
                  <a:lnTo>
                    <a:pt x="29210" y="0"/>
                  </a:lnTo>
                  <a:lnTo>
                    <a:pt x="24891" y="888"/>
                  </a:lnTo>
                  <a:lnTo>
                    <a:pt x="0" y="29210"/>
                  </a:lnTo>
                  <a:lnTo>
                    <a:pt x="0" y="951864"/>
                  </a:lnTo>
                  <a:lnTo>
                    <a:pt x="29210" y="981075"/>
                  </a:lnTo>
                  <a:lnTo>
                    <a:pt x="595249" y="981075"/>
                  </a:lnTo>
                  <a:lnTo>
                    <a:pt x="595249" y="0"/>
                  </a:lnTo>
                  <a:close/>
                </a:path>
              </a:pathLst>
            </a:custGeom>
            <a:solidFill>
              <a:srgbClr val="0E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14975" y="1341120"/>
              <a:ext cx="9525" cy="981075"/>
            </a:xfrm>
            <a:custGeom>
              <a:avLst/>
              <a:gdLst/>
              <a:ahLst/>
              <a:cxnLst/>
              <a:rect l="l" t="t" r="r" b="b"/>
              <a:pathLst>
                <a:path w="9525" h="981075">
                  <a:moveTo>
                    <a:pt x="9525" y="0"/>
                  </a:moveTo>
                  <a:lnTo>
                    <a:pt x="0" y="0"/>
                  </a:lnTo>
                  <a:lnTo>
                    <a:pt x="0" y="981075"/>
                  </a:lnTo>
                  <a:lnTo>
                    <a:pt x="9525" y="98107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2A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9347" y="1748917"/>
              <a:ext cx="85598" cy="162178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5645911" y="1360551"/>
            <a:ext cx="4874895" cy="81597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dirty="0" sz="1450" spc="-15" b="1">
                <a:solidFill>
                  <a:srgbClr val="EBECEF"/>
                </a:solidFill>
                <a:latin typeface="Tahoma"/>
                <a:cs typeface="Tahoma"/>
              </a:rPr>
              <a:t>User</a:t>
            </a:r>
            <a:r>
              <a:rPr dirty="0" sz="1450" spc="-13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EBECEF"/>
                </a:solidFill>
                <a:latin typeface="Tahoma"/>
                <a:cs typeface="Tahoma"/>
              </a:rPr>
              <a:t>Authentication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Secure</a:t>
            </a:r>
            <a:r>
              <a:rPr dirty="0" sz="1150" spc="-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0">
                <a:solidFill>
                  <a:srgbClr val="EBECEF"/>
                </a:solidFill>
                <a:latin typeface="Verdana"/>
                <a:cs typeface="Verdana"/>
              </a:rPr>
              <a:t>login</a:t>
            </a:r>
            <a:r>
              <a:rPr dirty="0" sz="1150" spc="-8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35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150" spc="-7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session</a:t>
            </a: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 management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0">
                <a:solidFill>
                  <a:srgbClr val="EBECEF"/>
                </a:solidFill>
                <a:latin typeface="Verdana"/>
                <a:cs typeface="Verdana"/>
              </a:rPr>
              <a:t>via JWT</a:t>
            </a:r>
            <a:r>
              <a:rPr dirty="0" sz="1150" spc="-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0">
                <a:solidFill>
                  <a:srgbClr val="EBECEF"/>
                </a:solidFill>
                <a:latin typeface="Verdana"/>
                <a:cs typeface="Verdana"/>
              </a:rPr>
              <a:t>tokens,</a:t>
            </a:r>
            <a:r>
              <a:rPr dirty="0" sz="1150" spc="-8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protecting </a:t>
            </a:r>
            <a:r>
              <a:rPr dirty="0" sz="1150" spc="-20">
                <a:solidFill>
                  <a:srgbClr val="EBECEF"/>
                </a:solidFill>
                <a:latin typeface="Verdana"/>
                <a:cs typeface="Verdana"/>
              </a:rPr>
              <a:t>user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50">
                <a:solidFill>
                  <a:srgbClr val="EBECEF"/>
                </a:solidFill>
                <a:latin typeface="Verdana"/>
                <a:cs typeface="Verdana"/>
              </a:rPr>
              <a:t>accounts</a:t>
            </a: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>
                <a:solidFill>
                  <a:srgbClr val="EBECEF"/>
                </a:solidFill>
                <a:latin typeface="Verdana"/>
                <a:cs typeface="Verdana"/>
              </a:rPr>
              <a:t>data</a:t>
            </a:r>
            <a:r>
              <a:rPr dirty="0" sz="1150" spc="-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10">
                <a:solidFill>
                  <a:srgbClr val="EBECEF"/>
                </a:solidFill>
                <a:latin typeface="Verdana"/>
                <a:cs typeface="Verdana"/>
              </a:rPr>
              <a:t>access.</a:t>
            </a:r>
            <a:endParaRPr sz="115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905375" y="2474595"/>
            <a:ext cx="5905500" cy="1019175"/>
            <a:chOff x="4905375" y="2474595"/>
            <a:chExt cx="5905500" cy="1019175"/>
          </a:xfrm>
        </p:grpSpPr>
        <p:sp>
          <p:nvSpPr>
            <p:cNvPr id="10" name="object 10" descr=""/>
            <p:cNvSpPr/>
            <p:nvPr/>
          </p:nvSpPr>
          <p:spPr>
            <a:xfrm>
              <a:off x="4914900" y="2484120"/>
              <a:ext cx="5886450" cy="1000125"/>
            </a:xfrm>
            <a:custGeom>
              <a:avLst/>
              <a:gdLst/>
              <a:ahLst/>
              <a:cxnLst/>
              <a:rect l="l" t="t" r="r" b="b"/>
              <a:pathLst>
                <a:path w="5886450" h="1000125">
                  <a:moveTo>
                    <a:pt x="5848984" y="0"/>
                  </a:moveTo>
                  <a:lnTo>
                    <a:pt x="37464" y="0"/>
                  </a:lnTo>
                  <a:lnTo>
                    <a:pt x="32003" y="1142"/>
                  </a:lnTo>
                  <a:lnTo>
                    <a:pt x="1142" y="32003"/>
                  </a:lnTo>
                  <a:lnTo>
                    <a:pt x="0" y="37464"/>
                  </a:lnTo>
                  <a:lnTo>
                    <a:pt x="0" y="962660"/>
                  </a:lnTo>
                  <a:lnTo>
                    <a:pt x="21336" y="994663"/>
                  </a:lnTo>
                  <a:lnTo>
                    <a:pt x="37464" y="1000125"/>
                  </a:lnTo>
                  <a:lnTo>
                    <a:pt x="5848984" y="1000125"/>
                  </a:lnTo>
                  <a:lnTo>
                    <a:pt x="5880989" y="978788"/>
                  </a:lnTo>
                  <a:lnTo>
                    <a:pt x="5886450" y="962660"/>
                  </a:lnTo>
                  <a:lnTo>
                    <a:pt x="5886450" y="37464"/>
                  </a:lnTo>
                  <a:lnTo>
                    <a:pt x="5865114" y="5461"/>
                  </a:lnTo>
                  <a:lnTo>
                    <a:pt x="5854446" y="1142"/>
                  </a:lnTo>
                  <a:lnTo>
                    <a:pt x="5848984" y="0"/>
                  </a:lnTo>
                  <a:close/>
                </a:path>
              </a:pathLst>
            </a:custGeom>
            <a:solidFill>
              <a:srgbClr val="0E151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914900" y="2484120"/>
              <a:ext cx="5886450" cy="1000125"/>
            </a:xfrm>
            <a:custGeom>
              <a:avLst/>
              <a:gdLst/>
              <a:ahLst/>
              <a:cxnLst/>
              <a:rect l="l" t="t" r="r" b="b"/>
              <a:pathLst>
                <a:path w="5886450" h="1000125">
                  <a:moveTo>
                    <a:pt x="0" y="956944"/>
                  </a:moveTo>
                  <a:lnTo>
                    <a:pt x="0" y="43179"/>
                  </a:lnTo>
                  <a:lnTo>
                    <a:pt x="0" y="37464"/>
                  </a:lnTo>
                  <a:lnTo>
                    <a:pt x="1142" y="32003"/>
                  </a:lnTo>
                  <a:lnTo>
                    <a:pt x="3301" y="26670"/>
                  </a:lnTo>
                  <a:lnTo>
                    <a:pt x="5461" y="21336"/>
                  </a:lnTo>
                  <a:lnTo>
                    <a:pt x="8636" y="16637"/>
                  </a:lnTo>
                  <a:lnTo>
                    <a:pt x="12700" y="12700"/>
                  </a:lnTo>
                  <a:lnTo>
                    <a:pt x="16637" y="8636"/>
                  </a:lnTo>
                  <a:lnTo>
                    <a:pt x="21336" y="5461"/>
                  </a:lnTo>
                  <a:lnTo>
                    <a:pt x="26670" y="3301"/>
                  </a:lnTo>
                  <a:lnTo>
                    <a:pt x="32003" y="1142"/>
                  </a:lnTo>
                  <a:lnTo>
                    <a:pt x="37464" y="0"/>
                  </a:lnTo>
                  <a:lnTo>
                    <a:pt x="43179" y="0"/>
                  </a:lnTo>
                  <a:lnTo>
                    <a:pt x="5843270" y="0"/>
                  </a:lnTo>
                  <a:lnTo>
                    <a:pt x="5848984" y="0"/>
                  </a:lnTo>
                  <a:lnTo>
                    <a:pt x="5854446" y="1142"/>
                  </a:lnTo>
                  <a:lnTo>
                    <a:pt x="5859780" y="3301"/>
                  </a:lnTo>
                  <a:lnTo>
                    <a:pt x="5865114" y="5461"/>
                  </a:lnTo>
                  <a:lnTo>
                    <a:pt x="5869685" y="8636"/>
                  </a:lnTo>
                  <a:lnTo>
                    <a:pt x="5873750" y="12700"/>
                  </a:lnTo>
                  <a:lnTo>
                    <a:pt x="5877814" y="16637"/>
                  </a:lnTo>
                  <a:lnTo>
                    <a:pt x="5880989" y="21336"/>
                  </a:lnTo>
                  <a:lnTo>
                    <a:pt x="5883148" y="26670"/>
                  </a:lnTo>
                  <a:lnTo>
                    <a:pt x="5885307" y="32003"/>
                  </a:lnTo>
                  <a:lnTo>
                    <a:pt x="5886450" y="37464"/>
                  </a:lnTo>
                  <a:lnTo>
                    <a:pt x="5886450" y="43179"/>
                  </a:lnTo>
                  <a:lnTo>
                    <a:pt x="5886450" y="956944"/>
                  </a:lnTo>
                  <a:lnTo>
                    <a:pt x="5886450" y="962660"/>
                  </a:lnTo>
                  <a:lnTo>
                    <a:pt x="5885307" y="968120"/>
                  </a:lnTo>
                  <a:lnTo>
                    <a:pt x="5859780" y="996823"/>
                  </a:lnTo>
                  <a:lnTo>
                    <a:pt x="5848984" y="1000125"/>
                  </a:lnTo>
                  <a:lnTo>
                    <a:pt x="5843270" y="1000125"/>
                  </a:lnTo>
                  <a:lnTo>
                    <a:pt x="43179" y="1000125"/>
                  </a:lnTo>
                  <a:lnTo>
                    <a:pt x="37464" y="1000125"/>
                  </a:lnTo>
                  <a:lnTo>
                    <a:pt x="32003" y="998982"/>
                  </a:lnTo>
                  <a:lnTo>
                    <a:pt x="3301" y="973455"/>
                  </a:lnTo>
                  <a:lnTo>
                    <a:pt x="0" y="962660"/>
                  </a:lnTo>
                  <a:lnTo>
                    <a:pt x="0" y="956944"/>
                  </a:lnTo>
                  <a:close/>
                </a:path>
              </a:pathLst>
            </a:custGeom>
            <a:ln w="19050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924425" y="2493645"/>
              <a:ext cx="595630" cy="981075"/>
            </a:xfrm>
            <a:custGeom>
              <a:avLst/>
              <a:gdLst/>
              <a:ahLst/>
              <a:cxnLst/>
              <a:rect l="l" t="t" r="r" b="b"/>
              <a:pathLst>
                <a:path w="595629" h="981075">
                  <a:moveTo>
                    <a:pt x="595249" y="0"/>
                  </a:moveTo>
                  <a:lnTo>
                    <a:pt x="29210" y="0"/>
                  </a:lnTo>
                  <a:lnTo>
                    <a:pt x="24891" y="888"/>
                  </a:lnTo>
                  <a:lnTo>
                    <a:pt x="0" y="29210"/>
                  </a:lnTo>
                  <a:lnTo>
                    <a:pt x="0" y="951864"/>
                  </a:lnTo>
                  <a:lnTo>
                    <a:pt x="29210" y="981075"/>
                  </a:lnTo>
                  <a:lnTo>
                    <a:pt x="595249" y="981075"/>
                  </a:lnTo>
                  <a:lnTo>
                    <a:pt x="595249" y="0"/>
                  </a:lnTo>
                  <a:close/>
                </a:path>
              </a:pathLst>
            </a:custGeom>
            <a:solidFill>
              <a:srgbClr val="0E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514975" y="2493645"/>
              <a:ext cx="9525" cy="981075"/>
            </a:xfrm>
            <a:custGeom>
              <a:avLst/>
              <a:gdLst/>
              <a:ahLst/>
              <a:cxnLst/>
              <a:rect l="l" t="t" r="r" b="b"/>
              <a:pathLst>
                <a:path w="9525" h="981075">
                  <a:moveTo>
                    <a:pt x="9525" y="0"/>
                  </a:moveTo>
                  <a:lnTo>
                    <a:pt x="0" y="0"/>
                  </a:lnTo>
                  <a:lnTo>
                    <a:pt x="0" y="981075"/>
                  </a:lnTo>
                  <a:lnTo>
                    <a:pt x="9525" y="98107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2A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8391" y="2889123"/>
              <a:ext cx="124713" cy="164973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4905375" y="3617595"/>
            <a:ext cx="5905500" cy="1028700"/>
            <a:chOff x="4905375" y="3617595"/>
            <a:chExt cx="5905500" cy="1028700"/>
          </a:xfrm>
        </p:grpSpPr>
        <p:sp>
          <p:nvSpPr>
            <p:cNvPr id="16" name="object 16" descr=""/>
            <p:cNvSpPr/>
            <p:nvPr/>
          </p:nvSpPr>
          <p:spPr>
            <a:xfrm>
              <a:off x="4914900" y="3627120"/>
              <a:ext cx="5886450" cy="1009650"/>
            </a:xfrm>
            <a:custGeom>
              <a:avLst/>
              <a:gdLst/>
              <a:ahLst/>
              <a:cxnLst/>
              <a:rect l="l" t="t" r="r" b="b"/>
              <a:pathLst>
                <a:path w="5886450" h="1009650">
                  <a:moveTo>
                    <a:pt x="5848984" y="0"/>
                  </a:moveTo>
                  <a:lnTo>
                    <a:pt x="37464" y="0"/>
                  </a:lnTo>
                  <a:lnTo>
                    <a:pt x="32003" y="1143"/>
                  </a:lnTo>
                  <a:lnTo>
                    <a:pt x="1142" y="32004"/>
                  </a:lnTo>
                  <a:lnTo>
                    <a:pt x="0" y="37464"/>
                  </a:lnTo>
                  <a:lnTo>
                    <a:pt x="0" y="972185"/>
                  </a:lnTo>
                  <a:lnTo>
                    <a:pt x="21336" y="1004188"/>
                  </a:lnTo>
                  <a:lnTo>
                    <a:pt x="37464" y="1009650"/>
                  </a:lnTo>
                  <a:lnTo>
                    <a:pt x="5848984" y="1009650"/>
                  </a:lnTo>
                  <a:lnTo>
                    <a:pt x="5880989" y="988313"/>
                  </a:lnTo>
                  <a:lnTo>
                    <a:pt x="5886450" y="972185"/>
                  </a:lnTo>
                  <a:lnTo>
                    <a:pt x="5886450" y="37464"/>
                  </a:lnTo>
                  <a:lnTo>
                    <a:pt x="5865114" y="5461"/>
                  </a:lnTo>
                  <a:lnTo>
                    <a:pt x="5854446" y="1143"/>
                  </a:lnTo>
                  <a:lnTo>
                    <a:pt x="5848984" y="0"/>
                  </a:lnTo>
                  <a:close/>
                </a:path>
              </a:pathLst>
            </a:custGeom>
            <a:solidFill>
              <a:srgbClr val="0E151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14900" y="3627120"/>
              <a:ext cx="5886450" cy="1009650"/>
            </a:xfrm>
            <a:custGeom>
              <a:avLst/>
              <a:gdLst/>
              <a:ahLst/>
              <a:cxnLst/>
              <a:rect l="l" t="t" r="r" b="b"/>
              <a:pathLst>
                <a:path w="5886450" h="1009650">
                  <a:moveTo>
                    <a:pt x="0" y="966469"/>
                  </a:moveTo>
                  <a:lnTo>
                    <a:pt x="0" y="43180"/>
                  </a:lnTo>
                  <a:lnTo>
                    <a:pt x="0" y="37464"/>
                  </a:lnTo>
                  <a:lnTo>
                    <a:pt x="1142" y="32004"/>
                  </a:lnTo>
                  <a:lnTo>
                    <a:pt x="3301" y="26669"/>
                  </a:lnTo>
                  <a:lnTo>
                    <a:pt x="5461" y="21336"/>
                  </a:lnTo>
                  <a:lnTo>
                    <a:pt x="8636" y="16637"/>
                  </a:lnTo>
                  <a:lnTo>
                    <a:pt x="12700" y="12700"/>
                  </a:lnTo>
                  <a:lnTo>
                    <a:pt x="16637" y="8636"/>
                  </a:lnTo>
                  <a:lnTo>
                    <a:pt x="21336" y="5461"/>
                  </a:lnTo>
                  <a:lnTo>
                    <a:pt x="26670" y="3301"/>
                  </a:lnTo>
                  <a:lnTo>
                    <a:pt x="32003" y="1143"/>
                  </a:lnTo>
                  <a:lnTo>
                    <a:pt x="37464" y="0"/>
                  </a:lnTo>
                  <a:lnTo>
                    <a:pt x="43179" y="0"/>
                  </a:lnTo>
                  <a:lnTo>
                    <a:pt x="5843270" y="0"/>
                  </a:lnTo>
                  <a:lnTo>
                    <a:pt x="5848984" y="0"/>
                  </a:lnTo>
                  <a:lnTo>
                    <a:pt x="5854446" y="1143"/>
                  </a:lnTo>
                  <a:lnTo>
                    <a:pt x="5859780" y="3301"/>
                  </a:lnTo>
                  <a:lnTo>
                    <a:pt x="5865114" y="5461"/>
                  </a:lnTo>
                  <a:lnTo>
                    <a:pt x="5869685" y="8636"/>
                  </a:lnTo>
                  <a:lnTo>
                    <a:pt x="5873750" y="12700"/>
                  </a:lnTo>
                  <a:lnTo>
                    <a:pt x="5877814" y="16637"/>
                  </a:lnTo>
                  <a:lnTo>
                    <a:pt x="5880989" y="21336"/>
                  </a:lnTo>
                  <a:lnTo>
                    <a:pt x="5883148" y="26669"/>
                  </a:lnTo>
                  <a:lnTo>
                    <a:pt x="5885307" y="32004"/>
                  </a:lnTo>
                  <a:lnTo>
                    <a:pt x="5886450" y="37464"/>
                  </a:lnTo>
                  <a:lnTo>
                    <a:pt x="5886450" y="43180"/>
                  </a:lnTo>
                  <a:lnTo>
                    <a:pt x="5886450" y="966469"/>
                  </a:lnTo>
                  <a:lnTo>
                    <a:pt x="5886450" y="972185"/>
                  </a:lnTo>
                  <a:lnTo>
                    <a:pt x="5885307" y="977645"/>
                  </a:lnTo>
                  <a:lnTo>
                    <a:pt x="5859780" y="1006348"/>
                  </a:lnTo>
                  <a:lnTo>
                    <a:pt x="5848984" y="1009650"/>
                  </a:lnTo>
                  <a:lnTo>
                    <a:pt x="5843270" y="1009650"/>
                  </a:lnTo>
                  <a:lnTo>
                    <a:pt x="43179" y="1009650"/>
                  </a:lnTo>
                  <a:lnTo>
                    <a:pt x="37464" y="1009650"/>
                  </a:lnTo>
                  <a:lnTo>
                    <a:pt x="32003" y="1008507"/>
                  </a:lnTo>
                  <a:lnTo>
                    <a:pt x="26670" y="1006348"/>
                  </a:lnTo>
                  <a:lnTo>
                    <a:pt x="21336" y="1004188"/>
                  </a:lnTo>
                  <a:lnTo>
                    <a:pt x="16637" y="1001013"/>
                  </a:lnTo>
                  <a:lnTo>
                    <a:pt x="12700" y="996950"/>
                  </a:lnTo>
                  <a:lnTo>
                    <a:pt x="8636" y="992886"/>
                  </a:lnTo>
                  <a:lnTo>
                    <a:pt x="5461" y="988313"/>
                  </a:lnTo>
                  <a:lnTo>
                    <a:pt x="3301" y="982980"/>
                  </a:lnTo>
                  <a:lnTo>
                    <a:pt x="1142" y="977645"/>
                  </a:lnTo>
                  <a:lnTo>
                    <a:pt x="0" y="972185"/>
                  </a:lnTo>
                  <a:lnTo>
                    <a:pt x="0" y="966469"/>
                  </a:lnTo>
                  <a:close/>
                </a:path>
              </a:pathLst>
            </a:custGeom>
            <a:ln w="19050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24425" y="3636645"/>
              <a:ext cx="595630" cy="990600"/>
            </a:xfrm>
            <a:custGeom>
              <a:avLst/>
              <a:gdLst/>
              <a:ahLst/>
              <a:cxnLst/>
              <a:rect l="l" t="t" r="r" b="b"/>
              <a:pathLst>
                <a:path w="595629" h="990600">
                  <a:moveTo>
                    <a:pt x="595249" y="0"/>
                  </a:moveTo>
                  <a:lnTo>
                    <a:pt x="29210" y="0"/>
                  </a:lnTo>
                  <a:lnTo>
                    <a:pt x="24891" y="888"/>
                  </a:lnTo>
                  <a:lnTo>
                    <a:pt x="0" y="29210"/>
                  </a:lnTo>
                  <a:lnTo>
                    <a:pt x="0" y="961389"/>
                  </a:lnTo>
                  <a:lnTo>
                    <a:pt x="29210" y="990600"/>
                  </a:lnTo>
                  <a:lnTo>
                    <a:pt x="595249" y="990600"/>
                  </a:lnTo>
                  <a:lnTo>
                    <a:pt x="595249" y="0"/>
                  </a:lnTo>
                  <a:close/>
                </a:path>
              </a:pathLst>
            </a:custGeom>
            <a:solidFill>
              <a:srgbClr val="0E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514975" y="3636645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9525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525" y="9906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2A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2931" y="4041140"/>
              <a:ext cx="125984" cy="168529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4905375" y="4770120"/>
            <a:ext cx="5905500" cy="1028700"/>
            <a:chOff x="4905375" y="4770120"/>
            <a:chExt cx="5905500" cy="1028700"/>
          </a:xfrm>
        </p:grpSpPr>
        <p:sp>
          <p:nvSpPr>
            <p:cNvPr id="22" name="object 22" descr=""/>
            <p:cNvSpPr/>
            <p:nvPr/>
          </p:nvSpPr>
          <p:spPr>
            <a:xfrm>
              <a:off x="4914900" y="4779645"/>
              <a:ext cx="5886450" cy="1009650"/>
            </a:xfrm>
            <a:custGeom>
              <a:avLst/>
              <a:gdLst/>
              <a:ahLst/>
              <a:cxnLst/>
              <a:rect l="l" t="t" r="r" b="b"/>
              <a:pathLst>
                <a:path w="5886450" h="1009650">
                  <a:moveTo>
                    <a:pt x="5848984" y="0"/>
                  </a:moveTo>
                  <a:lnTo>
                    <a:pt x="37464" y="0"/>
                  </a:lnTo>
                  <a:lnTo>
                    <a:pt x="32003" y="1143"/>
                  </a:lnTo>
                  <a:lnTo>
                    <a:pt x="1142" y="32004"/>
                  </a:lnTo>
                  <a:lnTo>
                    <a:pt x="0" y="37464"/>
                  </a:lnTo>
                  <a:lnTo>
                    <a:pt x="0" y="972172"/>
                  </a:lnTo>
                  <a:lnTo>
                    <a:pt x="21336" y="1004163"/>
                  </a:lnTo>
                  <a:lnTo>
                    <a:pt x="37464" y="1009637"/>
                  </a:lnTo>
                  <a:lnTo>
                    <a:pt x="5848984" y="1009637"/>
                  </a:lnTo>
                  <a:lnTo>
                    <a:pt x="5880989" y="988275"/>
                  </a:lnTo>
                  <a:lnTo>
                    <a:pt x="5886450" y="972172"/>
                  </a:lnTo>
                  <a:lnTo>
                    <a:pt x="5886450" y="37464"/>
                  </a:lnTo>
                  <a:lnTo>
                    <a:pt x="5865114" y="5461"/>
                  </a:lnTo>
                  <a:lnTo>
                    <a:pt x="5854446" y="1143"/>
                  </a:lnTo>
                  <a:lnTo>
                    <a:pt x="5848984" y="0"/>
                  </a:lnTo>
                  <a:close/>
                </a:path>
              </a:pathLst>
            </a:custGeom>
            <a:solidFill>
              <a:srgbClr val="0E151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914900" y="4779645"/>
              <a:ext cx="5886450" cy="1009650"/>
            </a:xfrm>
            <a:custGeom>
              <a:avLst/>
              <a:gdLst/>
              <a:ahLst/>
              <a:cxnLst/>
              <a:rect l="l" t="t" r="r" b="b"/>
              <a:pathLst>
                <a:path w="5886450" h="1009650">
                  <a:moveTo>
                    <a:pt x="0" y="966457"/>
                  </a:moveTo>
                  <a:lnTo>
                    <a:pt x="0" y="43180"/>
                  </a:lnTo>
                  <a:lnTo>
                    <a:pt x="0" y="37464"/>
                  </a:lnTo>
                  <a:lnTo>
                    <a:pt x="1142" y="32004"/>
                  </a:lnTo>
                  <a:lnTo>
                    <a:pt x="3301" y="26669"/>
                  </a:lnTo>
                  <a:lnTo>
                    <a:pt x="5461" y="21336"/>
                  </a:lnTo>
                  <a:lnTo>
                    <a:pt x="8636" y="16637"/>
                  </a:lnTo>
                  <a:lnTo>
                    <a:pt x="12700" y="12700"/>
                  </a:lnTo>
                  <a:lnTo>
                    <a:pt x="16637" y="8636"/>
                  </a:lnTo>
                  <a:lnTo>
                    <a:pt x="21336" y="5461"/>
                  </a:lnTo>
                  <a:lnTo>
                    <a:pt x="26670" y="3301"/>
                  </a:lnTo>
                  <a:lnTo>
                    <a:pt x="32003" y="1143"/>
                  </a:lnTo>
                  <a:lnTo>
                    <a:pt x="37464" y="0"/>
                  </a:lnTo>
                  <a:lnTo>
                    <a:pt x="43179" y="0"/>
                  </a:lnTo>
                  <a:lnTo>
                    <a:pt x="5843270" y="0"/>
                  </a:lnTo>
                  <a:lnTo>
                    <a:pt x="5848984" y="0"/>
                  </a:lnTo>
                  <a:lnTo>
                    <a:pt x="5854446" y="1143"/>
                  </a:lnTo>
                  <a:lnTo>
                    <a:pt x="5859780" y="3301"/>
                  </a:lnTo>
                  <a:lnTo>
                    <a:pt x="5865114" y="5461"/>
                  </a:lnTo>
                  <a:lnTo>
                    <a:pt x="5886450" y="37464"/>
                  </a:lnTo>
                  <a:lnTo>
                    <a:pt x="5886450" y="43180"/>
                  </a:lnTo>
                  <a:lnTo>
                    <a:pt x="5886450" y="966457"/>
                  </a:lnTo>
                  <a:lnTo>
                    <a:pt x="5886450" y="972172"/>
                  </a:lnTo>
                  <a:lnTo>
                    <a:pt x="5885307" y="977696"/>
                  </a:lnTo>
                  <a:lnTo>
                    <a:pt x="5883148" y="982980"/>
                  </a:lnTo>
                  <a:lnTo>
                    <a:pt x="5880989" y="988275"/>
                  </a:lnTo>
                  <a:lnTo>
                    <a:pt x="5877814" y="992949"/>
                  </a:lnTo>
                  <a:lnTo>
                    <a:pt x="5873750" y="996988"/>
                  </a:lnTo>
                  <a:lnTo>
                    <a:pt x="5869685" y="1001039"/>
                  </a:lnTo>
                  <a:lnTo>
                    <a:pt x="5865114" y="1004163"/>
                  </a:lnTo>
                  <a:lnTo>
                    <a:pt x="5859780" y="1006360"/>
                  </a:lnTo>
                  <a:lnTo>
                    <a:pt x="5854446" y="1008557"/>
                  </a:lnTo>
                  <a:lnTo>
                    <a:pt x="5848984" y="1009637"/>
                  </a:lnTo>
                  <a:lnTo>
                    <a:pt x="5843270" y="1009650"/>
                  </a:lnTo>
                  <a:lnTo>
                    <a:pt x="43179" y="1009650"/>
                  </a:lnTo>
                  <a:lnTo>
                    <a:pt x="37464" y="1009637"/>
                  </a:lnTo>
                  <a:lnTo>
                    <a:pt x="32003" y="1008557"/>
                  </a:lnTo>
                  <a:lnTo>
                    <a:pt x="26670" y="1006360"/>
                  </a:lnTo>
                  <a:lnTo>
                    <a:pt x="21336" y="1004163"/>
                  </a:lnTo>
                  <a:lnTo>
                    <a:pt x="16637" y="1001039"/>
                  </a:lnTo>
                  <a:lnTo>
                    <a:pt x="12700" y="996988"/>
                  </a:lnTo>
                  <a:lnTo>
                    <a:pt x="8636" y="992949"/>
                  </a:lnTo>
                  <a:lnTo>
                    <a:pt x="5461" y="988275"/>
                  </a:lnTo>
                  <a:lnTo>
                    <a:pt x="3301" y="982980"/>
                  </a:lnTo>
                  <a:lnTo>
                    <a:pt x="1142" y="977696"/>
                  </a:lnTo>
                  <a:lnTo>
                    <a:pt x="0" y="972172"/>
                  </a:lnTo>
                  <a:lnTo>
                    <a:pt x="0" y="966457"/>
                  </a:lnTo>
                  <a:close/>
                </a:path>
              </a:pathLst>
            </a:custGeom>
            <a:ln w="19050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924425" y="4789170"/>
              <a:ext cx="595630" cy="990600"/>
            </a:xfrm>
            <a:custGeom>
              <a:avLst/>
              <a:gdLst/>
              <a:ahLst/>
              <a:cxnLst/>
              <a:rect l="l" t="t" r="r" b="b"/>
              <a:pathLst>
                <a:path w="595629" h="990600">
                  <a:moveTo>
                    <a:pt x="595249" y="0"/>
                  </a:moveTo>
                  <a:lnTo>
                    <a:pt x="29210" y="0"/>
                  </a:lnTo>
                  <a:lnTo>
                    <a:pt x="24891" y="888"/>
                  </a:lnTo>
                  <a:lnTo>
                    <a:pt x="0" y="29210"/>
                  </a:lnTo>
                  <a:lnTo>
                    <a:pt x="0" y="961390"/>
                  </a:lnTo>
                  <a:lnTo>
                    <a:pt x="29210" y="990600"/>
                  </a:lnTo>
                  <a:lnTo>
                    <a:pt x="595249" y="990600"/>
                  </a:lnTo>
                  <a:lnTo>
                    <a:pt x="595249" y="0"/>
                  </a:lnTo>
                  <a:close/>
                </a:path>
              </a:pathLst>
            </a:custGeom>
            <a:solidFill>
              <a:srgbClr val="0E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514975" y="478917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9525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525" y="9906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2A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6200" y="5196611"/>
              <a:ext cx="138937" cy="162204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50"/>
              <a:t>Transaction</a:t>
            </a:r>
            <a:r>
              <a:rPr dirty="0" spc="-15"/>
              <a:t> </a:t>
            </a:r>
            <a:r>
              <a:rPr dirty="0" spc="-10"/>
              <a:t>Management</a:t>
            </a:r>
          </a:p>
          <a:p>
            <a:pPr marL="12700" marR="5080">
              <a:lnSpc>
                <a:spcPct val="104299"/>
              </a:lnSpc>
              <a:spcBef>
                <a:spcPts val="760"/>
              </a:spcBef>
            </a:pPr>
            <a:r>
              <a:rPr dirty="0" sz="1150" spc="-50" b="0">
                <a:latin typeface="Verdana"/>
                <a:cs typeface="Verdana"/>
              </a:rPr>
              <a:t>Capture,</a:t>
            </a:r>
            <a:r>
              <a:rPr dirty="0" sz="1150" spc="-90" b="0">
                <a:latin typeface="Verdana"/>
                <a:cs typeface="Verdana"/>
              </a:rPr>
              <a:t> </a:t>
            </a:r>
            <a:r>
              <a:rPr dirty="0" sz="1150" spc="-45" b="0">
                <a:latin typeface="Verdana"/>
                <a:cs typeface="Verdana"/>
              </a:rPr>
              <a:t>store,</a:t>
            </a:r>
            <a:r>
              <a:rPr dirty="0" sz="1150" spc="-110" b="0">
                <a:latin typeface="Verdana"/>
                <a:cs typeface="Verdana"/>
              </a:rPr>
              <a:t> </a:t>
            </a:r>
            <a:r>
              <a:rPr dirty="0" sz="1150" spc="-35" b="0">
                <a:latin typeface="Verdana"/>
                <a:cs typeface="Verdana"/>
              </a:rPr>
              <a:t>and</a:t>
            </a:r>
            <a:r>
              <a:rPr dirty="0" sz="1150" spc="-70" b="0">
                <a:latin typeface="Verdana"/>
                <a:cs typeface="Verdana"/>
              </a:rPr>
              <a:t> </a:t>
            </a:r>
            <a:r>
              <a:rPr dirty="0" sz="1150" spc="-45" b="0">
                <a:latin typeface="Verdana"/>
                <a:cs typeface="Verdana"/>
              </a:rPr>
              <a:t>manage</a:t>
            </a:r>
            <a:r>
              <a:rPr dirty="0" sz="1150" spc="-85" b="0">
                <a:latin typeface="Verdana"/>
                <a:cs typeface="Verdana"/>
              </a:rPr>
              <a:t> </a:t>
            </a:r>
            <a:r>
              <a:rPr dirty="0" sz="1150" spc="-30" b="0">
                <a:latin typeface="Verdana"/>
                <a:cs typeface="Verdana"/>
              </a:rPr>
              <a:t>all</a:t>
            </a:r>
            <a:r>
              <a:rPr dirty="0" sz="1150" spc="-105" b="0">
                <a:latin typeface="Verdana"/>
                <a:cs typeface="Verdana"/>
              </a:rPr>
              <a:t> </a:t>
            </a:r>
            <a:r>
              <a:rPr dirty="0" sz="1150" spc="-45" b="0">
                <a:latin typeface="Verdana"/>
                <a:cs typeface="Verdana"/>
              </a:rPr>
              <a:t>transaction</a:t>
            </a:r>
            <a:r>
              <a:rPr dirty="0" sz="1150" spc="-75" b="0">
                <a:latin typeface="Verdana"/>
                <a:cs typeface="Verdana"/>
              </a:rPr>
              <a:t> </a:t>
            </a:r>
            <a:r>
              <a:rPr dirty="0" sz="1150" spc="-50" b="0">
                <a:latin typeface="Verdana"/>
                <a:cs typeface="Verdana"/>
              </a:rPr>
              <a:t>records</a:t>
            </a:r>
            <a:r>
              <a:rPr dirty="0" sz="1150" spc="-75" b="0">
                <a:latin typeface="Verdana"/>
                <a:cs typeface="Verdana"/>
              </a:rPr>
              <a:t> </a:t>
            </a:r>
            <a:r>
              <a:rPr dirty="0" sz="1150" spc="-40" b="0">
                <a:latin typeface="Verdana"/>
                <a:cs typeface="Verdana"/>
              </a:rPr>
              <a:t>with</a:t>
            </a:r>
            <a:r>
              <a:rPr dirty="0" sz="1150" spc="-80" b="0">
                <a:latin typeface="Verdana"/>
                <a:cs typeface="Verdana"/>
              </a:rPr>
              <a:t> </a:t>
            </a:r>
            <a:r>
              <a:rPr dirty="0" sz="1150" spc="-40" b="0">
                <a:latin typeface="Verdana"/>
                <a:cs typeface="Verdana"/>
              </a:rPr>
              <a:t>full</a:t>
            </a:r>
            <a:r>
              <a:rPr dirty="0" sz="1150" spc="-80" b="0">
                <a:latin typeface="Verdana"/>
                <a:cs typeface="Verdana"/>
              </a:rPr>
              <a:t> </a:t>
            </a:r>
            <a:r>
              <a:rPr dirty="0" sz="1150" spc="-45" b="0">
                <a:latin typeface="Verdana"/>
                <a:cs typeface="Verdana"/>
              </a:rPr>
              <a:t>audit</a:t>
            </a:r>
            <a:r>
              <a:rPr dirty="0" sz="1150" spc="-65" b="0">
                <a:latin typeface="Verdana"/>
                <a:cs typeface="Verdana"/>
              </a:rPr>
              <a:t> </a:t>
            </a:r>
            <a:r>
              <a:rPr dirty="0" sz="1150" spc="-10" b="0">
                <a:latin typeface="Verdana"/>
                <a:cs typeface="Verdana"/>
              </a:rPr>
              <a:t>trails </a:t>
            </a:r>
            <a:r>
              <a:rPr dirty="0" sz="1150" b="0">
                <a:latin typeface="Verdana"/>
                <a:cs typeface="Verdana"/>
              </a:rPr>
              <a:t>and</a:t>
            </a:r>
            <a:r>
              <a:rPr dirty="0" sz="1150" spc="-30" b="0">
                <a:latin typeface="Verdana"/>
                <a:cs typeface="Verdana"/>
              </a:rPr>
              <a:t> </a:t>
            </a:r>
            <a:r>
              <a:rPr dirty="0" sz="1150" spc="-10" b="0">
                <a:latin typeface="Verdana"/>
                <a:cs typeface="Verdana"/>
              </a:rPr>
              <a:t>metadata.</a:t>
            </a: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pc="-40"/>
              <a:t>Fraud</a:t>
            </a:r>
            <a:r>
              <a:rPr dirty="0" spc="-80"/>
              <a:t> </a:t>
            </a:r>
            <a:r>
              <a:rPr dirty="0" spc="-40"/>
              <a:t>Detection</a:t>
            </a:r>
            <a:r>
              <a:rPr dirty="0" spc="-95"/>
              <a:t> </a:t>
            </a:r>
            <a:r>
              <a:rPr dirty="0" spc="-10"/>
              <a:t>Engine</a:t>
            </a: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150" spc="-25" b="0">
                <a:latin typeface="Verdana"/>
                <a:cs typeface="Verdana"/>
              </a:rPr>
              <a:t>AI</a:t>
            </a:r>
            <a:r>
              <a:rPr dirty="0" sz="1150" spc="-85" b="0">
                <a:latin typeface="Verdana"/>
                <a:cs typeface="Verdana"/>
              </a:rPr>
              <a:t> </a:t>
            </a:r>
            <a:r>
              <a:rPr dirty="0" sz="1150" spc="-45" b="0">
                <a:latin typeface="Verdana"/>
                <a:cs typeface="Verdana"/>
              </a:rPr>
              <a:t>model</a:t>
            </a:r>
            <a:r>
              <a:rPr dirty="0" sz="1150" spc="-105" b="0">
                <a:latin typeface="Verdana"/>
                <a:cs typeface="Verdana"/>
              </a:rPr>
              <a:t> </a:t>
            </a:r>
            <a:r>
              <a:rPr dirty="0" sz="1150" spc="-45" b="0">
                <a:latin typeface="Verdana"/>
                <a:cs typeface="Verdana"/>
              </a:rPr>
              <a:t>analyzes</a:t>
            </a:r>
            <a:r>
              <a:rPr dirty="0" sz="1150" spc="-95" b="0">
                <a:latin typeface="Verdana"/>
                <a:cs typeface="Verdana"/>
              </a:rPr>
              <a:t> </a:t>
            </a:r>
            <a:r>
              <a:rPr dirty="0" sz="1150" spc="-45" b="0">
                <a:latin typeface="Verdana"/>
                <a:cs typeface="Verdana"/>
              </a:rPr>
              <a:t>transaction</a:t>
            </a:r>
            <a:r>
              <a:rPr dirty="0" sz="1150" spc="-80" b="0">
                <a:latin typeface="Verdana"/>
                <a:cs typeface="Verdana"/>
              </a:rPr>
              <a:t> </a:t>
            </a:r>
            <a:r>
              <a:rPr dirty="0" sz="1150" spc="-45" b="0">
                <a:latin typeface="Verdana"/>
                <a:cs typeface="Verdana"/>
              </a:rPr>
              <a:t>patterns</a:t>
            </a:r>
            <a:r>
              <a:rPr dirty="0" sz="1150" spc="-100" b="0">
                <a:latin typeface="Verdana"/>
                <a:cs typeface="Verdana"/>
              </a:rPr>
              <a:t> </a:t>
            </a:r>
            <a:r>
              <a:rPr dirty="0" sz="1150" spc="-35" b="0">
                <a:latin typeface="Verdana"/>
                <a:cs typeface="Verdana"/>
              </a:rPr>
              <a:t>and</a:t>
            </a:r>
            <a:r>
              <a:rPr dirty="0" sz="1150" spc="-75" b="0">
                <a:latin typeface="Verdana"/>
                <a:cs typeface="Verdana"/>
              </a:rPr>
              <a:t> </a:t>
            </a:r>
            <a:r>
              <a:rPr dirty="0" sz="1150" spc="-45" b="0">
                <a:latin typeface="Verdana"/>
                <a:cs typeface="Verdana"/>
              </a:rPr>
              <a:t>generates</a:t>
            </a:r>
            <a:r>
              <a:rPr dirty="0" sz="1150" spc="-100" b="0">
                <a:latin typeface="Verdana"/>
                <a:cs typeface="Verdana"/>
              </a:rPr>
              <a:t> </a:t>
            </a:r>
            <a:r>
              <a:rPr dirty="0" sz="1150" b="0">
                <a:latin typeface="Verdana"/>
                <a:cs typeface="Verdana"/>
              </a:rPr>
              <a:t>a</a:t>
            </a:r>
            <a:r>
              <a:rPr dirty="0" sz="1150" spc="-70" b="0">
                <a:latin typeface="Verdana"/>
                <a:cs typeface="Verdana"/>
              </a:rPr>
              <a:t> </a:t>
            </a:r>
            <a:r>
              <a:rPr dirty="0" sz="1150" spc="-55" b="0">
                <a:latin typeface="Verdana"/>
                <a:cs typeface="Verdana"/>
              </a:rPr>
              <a:t>real-</a:t>
            </a:r>
            <a:r>
              <a:rPr dirty="0" sz="1150" spc="-45" b="0">
                <a:latin typeface="Verdana"/>
                <a:cs typeface="Verdana"/>
              </a:rPr>
              <a:t>time</a:t>
            </a:r>
            <a:r>
              <a:rPr dirty="0" sz="1150" spc="-65" b="0">
                <a:latin typeface="Verdana"/>
                <a:cs typeface="Verdana"/>
              </a:rPr>
              <a:t> </a:t>
            </a:r>
            <a:r>
              <a:rPr dirty="0" sz="1150" spc="-20" b="0">
                <a:latin typeface="Verdana"/>
                <a:cs typeface="Verdana"/>
              </a:rPr>
              <a:t>risk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150" spc="-10" b="0">
                <a:latin typeface="Verdana"/>
                <a:cs typeface="Verdana"/>
              </a:rPr>
              <a:t>score</a:t>
            </a:r>
            <a:r>
              <a:rPr dirty="0" sz="1150" spc="-60" b="0">
                <a:latin typeface="Verdana"/>
                <a:cs typeface="Verdana"/>
              </a:rPr>
              <a:t> </a:t>
            </a:r>
            <a:r>
              <a:rPr dirty="0" sz="1150" b="0">
                <a:latin typeface="Verdana"/>
                <a:cs typeface="Verdana"/>
              </a:rPr>
              <a:t>for</a:t>
            </a:r>
            <a:r>
              <a:rPr dirty="0" sz="1150" spc="-85" b="0">
                <a:latin typeface="Verdana"/>
                <a:cs typeface="Verdana"/>
              </a:rPr>
              <a:t> </a:t>
            </a:r>
            <a:r>
              <a:rPr dirty="0" sz="1150" b="0">
                <a:latin typeface="Verdana"/>
                <a:cs typeface="Verdana"/>
              </a:rPr>
              <a:t>each</a:t>
            </a:r>
            <a:r>
              <a:rPr dirty="0" sz="1150" spc="-75" b="0">
                <a:latin typeface="Verdana"/>
                <a:cs typeface="Verdana"/>
              </a:rPr>
              <a:t> </a:t>
            </a:r>
            <a:r>
              <a:rPr dirty="0" sz="1150" spc="-10" b="0">
                <a:latin typeface="Verdana"/>
                <a:cs typeface="Verdana"/>
              </a:rPr>
              <a:t>event.</a:t>
            </a: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5"/>
              <a:t>Dashboard</a:t>
            </a:r>
            <a:r>
              <a:rPr dirty="0" spc="-114"/>
              <a:t> </a:t>
            </a:r>
            <a:r>
              <a:rPr dirty="0" spc="-30"/>
              <a:t>&amp;</a:t>
            </a:r>
            <a:r>
              <a:rPr dirty="0" spc="-114"/>
              <a:t> </a:t>
            </a:r>
            <a:r>
              <a:rPr dirty="0" spc="-10"/>
              <a:t>Reports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150" spc="-30" b="0">
                <a:latin typeface="Verdana"/>
                <a:cs typeface="Verdana"/>
              </a:rPr>
              <a:t>Visual</a:t>
            </a:r>
            <a:r>
              <a:rPr dirty="0" sz="1150" spc="-130" b="0">
                <a:latin typeface="Verdana"/>
                <a:cs typeface="Verdana"/>
              </a:rPr>
              <a:t> </a:t>
            </a:r>
            <a:r>
              <a:rPr dirty="0" sz="1150" spc="-35" b="0">
                <a:latin typeface="Verdana"/>
                <a:cs typeface="Verdana"/>
              </a:rPr>
              <a:t>analytics</a:t>
            </a:r>
            <a:r>
              <a:rPr dirty="0" sz="1150" spc="-114" b="0">
                <a:latin typeface="Verdana"/>
                <a:cs typeface="Verdana"/>
              </a:rPr>
              <a:t> </a:t>
            </a:r>
            <a:r>
              <a:rPr dirty="0" sz="1150" spc="-20" b="0">
                <a:latin typeface="Verdana"/>
                <a:cs typeface="Verdana"/>
              </a:rPr>
              <a:t>and</a:t>
            </a:r>
            <a:r>
              <a:rPr dirty="0" sz="1150" spc="-90" b="0">
                <a:latin typeface="Verdana"/>
                <a:cs typeface="Verdana"/>
              </a:rPr>
              <a:t> </a:t>
            </a:r>
            <a:r>
              <a:rPr dirty="0" sz="1150" spc="-35" b="0">
                <a:latin typeface="Verdana"/>
                <a:cs typeface="Verdana"/>
              </a:rPr>
              <a:t>reporting</a:t>
            </a:r>
            <a:r>
              <a:rPr dirty="0" sz="1150" spc="-114" b="0">
                <a:latin typeface="Verdana"/>
                <a:cs typeface="Verdana"/>
              </a:rPr>
              <a:t> </a:t>
            </a:r>
            <a:r>
              <a:rPr dirty="0" sz="1150" spc="-30" b="0">
                <a:latin typeface="Verdana"/>
                <a:cs typeface="Verdana"/>
              </a:rPr>
              <a:t>tools</a:t>
            </a:r>
            <a:r>
              <a:rPr dirty="0" sz="1150" spc="-95" b="0">
                <a:latin typeface="Verdana"/>
                <a:cs typeface="Verdana"/>
              </a:rPr>
              <a:t> </a:t>
            </a:r>
            <a:r>
              <a:rPr dirty="0" sz="1150" spc="-35" b="0">
                <a:latin typeface="Verdana"/>
                <a:cs typeface="Verdana"/>
              </a:rPr>
              <a:t>giving</a:t>
            </a:r>
            <a:r>
              <a:rPr dirty="0" sz="1150" spc="-90" b="0">
                <a:latin typeface="Verdana"/>
                <a:cs typeface="Verdana"/>
              </a:rPr>
              <a:t> </a:t>
            </a:r>
            <a:r>
              <a:rPr dirty="0" sz="1150" spc="-40" b="0">
                <a:latin typeface="Verdana"/>
                <a:cs typeface="Verdana"/>
              </a:rPr>
              <a:t>stakeholders</a:t>
            </a:r>
            <a:r>
              <a:rPr dirty="0" sz="1150" spc="-90" b="0">
                <a:latin typeface="Verdana"/>
                <a:cs typeface="Verdana"/>
              </a:rPr>
              <a:t> </a:t>
            </a:r>
            <a:r>
              <a:rPr dirty="0" sz="1150" spc="-30" b="0">
                <a:latin typeface="Verdana"/>
                <a:cs typeface="Verdana"/>
              </a:rPr>
              <a:t>clear</a:t>
            </a:r>
            <a:r>
              <a:rPr dirty="0" sz="1150" spc="-110" b="0">
                <a:latin typeface="Verdana"/>
                <a:cs typeface="Verdana"/>
              </a:rPr>
              <a:t> </a:t>
            </a:r>
            <a:r>
              <a:rPr dirty="0" sz="1150" spc="-10" b="0">
                <a:latin typeface="Verdana"/>
                <a:cs typeface="Verdana"/>
              </a:rPr>
              <a:t>visibility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50" b="0">
                <a:latin typeface="Verdana"/>
                <a:cs typeface="Verdana"/>
              </a:rPr>
              <a:t>into</a:t>
            </a:r>
            <a:r>
              <a:rPr dirty="0" sz="1150" spc="-65" b="0">
                <a:latin typeface="Verdana"/>
                <a:cs typeface="Verdana"/>
              </a:rPr>
              <a:t> </a:t>
            </a:r>
            <a:r>
              <a:rPr dirty="0" sz="1150" b="0">
                <a:latin typeface="Verdana"/>
                <a:cs typeface="Verdana"/>
              </a:rPr>
              <a:t>fraud</a:t>
            </a:r>
            <a:r>
              <a:rPr dirty="0" sz="1150" spc="-55" b="0">
                <a:latin typeface="Verdana"/>
                <a:cs typeface="Verdana"/>
              </a:rPr>
              <a:t> </a:t>
            </a:r>
            <a:r>
              <a:rPr dirty="0" sz="1150" spc="-10" b="0">
                <a:latin typeface="Verdana"/>
                <a:cs typeface="Verdana"/>
              </a:rPr>
              <a:t>trends.</a:t>
            </a:r>
            <a:endParaRPr sz="1150">
              <a:latin typeface="Verdana"/>
              <a:cs typeface="Verdan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9424669" y="5897867"/>
            <a:ext cx="2018030" cy="561975"/>
            <a:chOff x="9424669" y="5897867"/>
            <a:chExt cx="2018030" cy="561975"/>
          </a:xfrm>
        </p:grpSpPr>
        <p:pic>
          <p:nvPicPr>
            <p:cNvPr id="29" name="object 29" descr="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79609" y="5923913"/>
              <a:ext cx="1746503" cy="417195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37369" y="5910567"/>
              <a:ext cx="1992629" cy="535952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9437369" y="5910567"/>
              <a:ext cx="1992630" cy="536575"/>
            </a:xfrm>
            <a:custGeom>
              <a:avLst/>
              <a:gdLst/>
              <a:ahLst/>
              <a:cxnLst/>
              <a:rect l="l" t="t" r="r" b="b"/>
              <a:pathLst>
                <a:path w="1992629" h="536575">
                  <a:moveTo>
                    <a:pt x="1992629" y="0"/>
                  </a:moveTo>
                  <a:lnTo>
                    <a:pt x="0" y="0"/>
                  </a:lnTo>
                  <a:lnTo>
                    <a:pt x="0" y="535952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836" rIns="0" bIns="0" rtlCol="0" vert="horz">
            <a:spAutoFit/>
          </a:bodyPr>
          <a:lstStyle/>
          <a:p>
            <a:pPr marL="4466590">
              <a:lnSpc>
                <a:spcPct val="100000"/>
              </a:lnSpc>
              <a:spcBef>
                <a:spcPts val="105"/>
              </a:spcBef>
            </a:pPr>
            <a:r>
              <a:rPr dirty="0" sz="2950" spc="-55"/>
              <a:t>System</a:t>
            </a:r>
            <a:r>
              <a:rPr dirty="0" sz="2950" spc="-300"/>
              <a:t> </a:t>
            </a:r>
            <a:r>
              <a:rPr dirty="0" sz="2950" spc="-10"/>
              <a:t>Modules</a:t>
            </a:r>
            <a:endParaRPr sz="2950"/>
          </a:p>
        </p:txBody>
      </p:sp>
      <p:pic>
        <p:nvPicPr>
          <p:cNvPr id="33" name="object 3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9523"/>
            <a:ext cx="4285869" cy="6428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893543" y="2005938"/>
            <a:ext cx="7641590" cy="2030095"/>
            <a:chOff x="1893543" y="2005938"/>
            <a:chExt cx="7641590" cy="20300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90282" y="2017141"/>
              <a:ext cx="1933321" cy="200723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590282" y="2017014"/>
              <a:ext cx="1933575" cy="2007870"/>
            </a:xfrm>
            <a:custGeom>
              <a:avLst/>
              <a:gdLst/>
              <a:ahLst/>
              <a:cxnLst/>
              <a:rect l="l" t="t" r="r" b="b"/>
              <a:pathLst>
                <a:path w="1933575" h="2007870">
                  <a:moveTo>
                    <a:pt x="929767" y="0"/>
                  </a:moveTo>
                  <a:lnTo>
                    <a:pt x="978408" y="1142"/>
                  </a:lnTo>
                  <a:lnTo>
                    <a:pt x="1026414" y="4571"/>
                  </a:lnTo>
                  <a:lnTo>
                    <a:pt x="1073785" y="10286"/>
                  </a:lnTo>
                  <a:lnTo>
                    <a:pt x="1120521" y="18160"/>
                  </a:lnTo>
                  <a:lnTo>
                    <a:pt x="1166368" y="28066"/>
                  </a:lnTo>
                  <a:lnTo>
                    <a:pt x="1211452" y="40131"/>
                  </a:lnTo>
                  <a:lnTo>
                    <a:pt x="1255776" y="54101"/>
                  </a:lnTo>
                  <a:lnTo>
                    <a:pt x="1299083" y="70230"/>
                  </a:lnTo>
                  <a:lnTo>
                    <a:pt x="1341501" y="88137"/>
                  </a:lnTo>
                  <a:lnTo>
                    <a:pt x="1382776" y="107822"/>
                  </a:lnTo>
                  <a:lnTo>
                    <a:pt x="1423162" y="129412"/>
                  </a:lnTo>
                  <a:lnTo>
                    <a:pt x="1462277" y="152780"/>
                  </a:lnTo>
                  <a:lnTo>
                    <a:pt x="1500251" y="177800"/>
                  </a:lnTo>
                  <a:lnTo>
                    <a:pt x="1537081" y="204596"/>
                  </a:lnTo>
                  <a:lnTo>
                    <a:pt x="1572514" y="232790"/>
                  </a:lnTo>
                  <a:lnTo>
                    <a:pt x="1606677" y="262635"/>
                  </a:lnTo>
                  <a:lnTo>
                    <a:pt x="1639443" y="294004"/>
                  </a:lnTo>
                  <a:lnTo>
                    <a:pt x="1670812" y="326770"/>
                  </a:lnTo>
                  <a:lnTo>
                    <a:pt x="1700529" y="360933"/>
                  </a:lnTo>
                  <a:lnTo>
                    <a:pt x="1728851" y="396366"/>
                  </a:lnTo>
                  <a:lnTo>
                    <a:pt x="1755521" y="433196"/>
                  </a:lnTo>
                  <a:lnTo>
                    <a:pt x="1780667" y="471169"/>
                  </a:lnTo>
                  <a:lnTo>
                    <a:pt x="1803908" y="510285"/>
                  </a:lnTo>
                  <a:lnTo>
                    <a:pt x="1825498" y="550544"/>
                  </a:lnTo>
                  <a:lnTo>
                    <a:pt x="1845310" y="591946"/>
                  </a:lnTo>
                  <a:lnTo>
                    <a:pt x="1863217" y="634364"/>
                  </a:lnTo>
                  <a:lnTo>
                    <a:pt x="1879219" y="677671"/>
                  </a:lnTo>
                  <a:lnTo>
                    <a:pt x="1893316" y="721867"/>
                  </a:lnTo>
                  <a:lnTo>
                    <a:pt x="1905381" y="767079"/>
                  </a:lnTo>
                  <a:lnTo>
                    <a:pt x="1915287" y="812926"/>
                  </a:lnTo>
                  <a:lnTo>
                    <a:pt x="1923161" y="859663"/>
                  </a:lnTo>
                  <a:lnTo>
                    <a:pt x="1928749" y="907033"/>
                  </a:lnTo>
                  <a:lnTo>
                    <a:pt x="1932177" y="955039"/>
                  </a:lnTo>
                  <a:lnTo>
                    <a:pt x="1933448" y="1003680"/>
                  </a:lnTo>
                  <a:lnTo>
                    <a:pt x="1932177" y="1052321"/>
                  </a:lnTo>
                  <a:lnTo>
                    <a:pt x="1928749" y="1100327"/>
                  </a:lnTo>
                  <a:lnTo>
                    <a:pt x="1923161" y="1147698"/>
                  </a:lnTo>
                  <a:lnTo>
                    <a:pt x="1915287" y="1194434"/>
                  </a:lnTo>
                  <a:lnTo>
                    <a:pt x="1905381" y="1240281"/>
                  </a:lnTo>
                  <a:lnTo>
                    <a:pt x="1893316" y="1285366"/>
                  </a:lnTo>
                  <a:lnTo>
                    <a:pt x="1879219" y="1329689"/>
                  </a:lnTo>
                  <a:lnTo>
                    <a:pt x="1863217" y="1372996"/>
                  </a:lnTo>
                  <a:lnTo>
                    <a:pt x="1845310" y="1415414"/>
                  </a:lnTo>
                  <a:lnTo>
                    <a:pt x="1825498" y="1456816"/>
                  </a:lnTo>
                  <a:lnTo>
                    <a:pt x="1803908" y="1497075"/>
                  </a:lnTo>
                  <a:lnTo>
                    <a:pt x="1780667" y="1536191"/>
                  </a:lnTo>
                  <a:lnTo>
                    <a:pt x="1755521" y="1574164"/>
                  </a:lnTo>
                  <a:lnTo>
                    <a:pt x="1728851" y="1610994"/>
                  </a:lnTo>
                  <a:lnTo>
                    <a:pt x="1700529" y="1646427"/>
                  </a:lnTo>
                  <a:lnTo>
                    <a:pt x="1670812" y="1680590"/>
                  </a:lnTo>
                  <a:lnTo>
                    <a:pt x="1639443" y="1713356"/>
                  </a:lnTo>
                  <a:lnTo>
                    <a:pt x="1606677" y="1744725"/>
                  </a:lnTo>
                  <a:lnTo>
                    <a:pt x="1572514" y="1774570"/>
                  </a:lnTo>
                  <a:lnTo>
                    <a:pt x="1537081" y="1802764"/>
                  </a:lnTo>
                  <a:lnTo>
                    <a:pt x="1500251" y="1829434"/>
                  </a:lnTo>
                  <a:lnTo>
                    <a:pt x="1462277" y="1854580"/>
                  </a:lnTo>
                  <a:lnTo>
                    <a:pt x="1423162" y="1877821"/>
                  </a:lnTo>
                  <a:lnTo>
                    <a:pt x="1382776" y="1899411"/>
                  </a:lnTo>
                  <a:lnTo>
                    <a:pt x="1341501" y="1919223"/>
                  </a:lnTo>
                  <a:lnTo>
                    <a:pt x="1299083" y="1937130"/>
                  </a:lnTo>
                  <a:lnTo>
                    <a:pt x="1255776" y="1953132"/>
                  </a:lnTo>
                  <a:lnTo>
                    <a:pt x="1211452" y="1967229"/>
                  </a:lnTo>
                  <a:lnTo>
                    <a:pt x="1166368" y="1979294"/>
                  </a:lnTo>
                  <a:lnTo>
                    <a:pt x="1120521" y="1989200"/>
                  </a:lnTo>
                  <a:lnTo>
                    <a:pt x="1073785" y="1997074"/>
                  </a:lnTo>
                  <a:lnTo>
                    <a:pt x="1026414" y="2002789"/>
                  </a:lnTo>
                  <a:lnTo>
                    <a:pt x="978408" y="2006218"/>
                  </a:lnTo>
                  <a:lnTo>
                    <a:pt x="929767" y="2007361"/>
                  </a:lnTo>
                  <a:lnTo>
                    <a:pt x="879983" y="2006091"/>
                  </a:lnTo>
                  <a:lnTo>
                    <a:pt x="830834" y="2002535"/>
                  </a:lnTo>
                  <a:lnTo>
                    <a:pt x="782447" y="1996566"/>
                  </a:lnTo>
                  <a:lnTo>
                    <a:pt x="734695" y="1988438"/>
                  </a:lnTo>
                  <a:lnTo>
                    <a:pt x="687832" y="1978024"/>
                  </a:lnTo>
                  <a:lnTo>
                    <a:pt x="641731" y="1965451"/>
                  </a:lnTo>
                  <a:lnTo>
                    <a:pt x="596646" y="1950719"/>
                  </a:lnTo>
                  <a:lnTo>
                    <a:pt x="552450" y="1933955"/>
                  </a:lnTo>
                  <a:lnTo>
                    <a:pt x="509270" y="1915286"/>
                  </a:lnTo>
                  <a:lnTo>
                    <a:pt x="467233" y="1894585"/>
                  </a:lnTo>
                  <a:lnTo>
                    <a:pt x="426212" y="1872106"/>
                  </a:lnTo>
                  <a:lnTo>
                    <a:pt x="386461" y="1847722"/>
                  </a:lnTo>
                  <a:lnTo>
                    <a:pt x="347979" y="1821560"/>
                  </a:lnTo>
                  <a:lnTo>
                    <a:pt x="310769" y="1793747"/>
                  </a:lnTo>
                  <a:lnTo>
                    <a:pt x="274954" y="1764283"/>
                  </a:lnTo>
                  <a:lnTo>
                    <a:pt x="240411" y="1733168"/>
                  </a:lnTo>
                  <a:lnTo>
                    <a:pt x="207518" y="1700529"/>
                  </a:lnTo>
                  <a:lnTo>
                    <a:pt x="176022" y="1666493"/>
                  </a:lnTo>
                  <a:lnTo>
                    <a:pt x="146176" y="1630933"/>
                  </a:lnTo>
                  <a:lnTo>
                    <a:pt x="117983" y="1593976"/>
                  </a:lnTo>
                  <a:lnTo>
                    <a:pt x="91440" y="1555749"/>
                  </a:lnTo>
                  <a:lnTo>
                    <a:pt x="66675" y="1516252"/>
                  </a:lnTo>
                  <a:lnTo>
                    <a:pt x="43815" y="1475612"/>
                  </a:lnTo>
                  <a:lnTo>
                    <a:pt x="22733" y="1433829"/>
                  </a:lnTo>
                  <a:lnTo>
                    <a:pt x="3556" y="1390903"/>
                  </a:lnTo>
                  <a:lnTo>
                    <a:pt x="90424" y="1273301"/>
                  </a:lnTo>
                  <a:lnTo>
                    <a:pt x="106425" y="1319021"/>
                  </a:lnTo>
                  <a:lnTo>
                    <a:pt x="124968" y="1363598"/>
                  </a:lnTo>
                  <a:lnTo>
                    <a:pt x="145796" y="1406778"/>
                  </a:lnTo>
                  <a:lnTo>
                    <a:pt x="168783" y="1448688"/>
                  </a:lnTo>
                  <a:lnTo>
                    <a:pt x="194056" y="1489201"/>
                  </a:lnTo>
                  <a:lnTo>
                    <a:pt x="221361" y="1528190"/>
                  </a:lnTo>
                  <a:lnTo>
                    <a:pt x="250698" y="1565655"/>
                  </a:lnTo>
                  <a:lnTo>
                    <a:pt x="281940" y="1601342"/>
                  </a:lnTo>
                  <a:lnTo>
                    <a:pt x="315087" y="1635378"/>
                  </a:lnTo>
                  <a:lnTo>
                    <a:pt x="350012" y="1667509"/>
                  </a:lnTo>
                  <a:lnTo>
                    <a:pt x="386588" y="1697862"/>
                  </a:lnTo>
                  <a:lnTo>
                    <a:pt x="424815" y="1726183"/>
                  </a:lnTo>
                  <a:lnTo>
                    <a:pt x="464566" y="1752472"/>
                  </a:lnTo>
                  <a:lnTo>
                    <a:pt x="505841" y="1776602"/>
                  </a:lnTo>
                  <a:lnTo>
                    <a:pt x="548386" y="1798446"/>
                  </a:lnTo>
                  <a:lnTo>
                    <a:pt x="592327" y="1818131"/>
                  </a:lnTo>
                  <a:lnTo>
                    <a:pt x="637413" y="1835403"/>
                  </a:lnTo>
                  <a:lnTo>
                    <a:pt x="683768" y="1850262"/>
                  </a:lnTo>
                  <a:lnTo>
                    <a:pt x="731139" y="1862581"/>
                  </a:lnTo>
                  <a:lnTo>
                    <a:pt x="779526" y="1872233"/>
                  </a:lnTo>
                  <a:lnTo>
                    <a:pt x="828801" y="1879345"/>
                  </a:lnTo>
                  <a:lnTo>
                    <a:pt x="878840" y="1883663"/>
                  </a:lnTo>
                  <a:lnTo>
                    <a:pt x="929767" y="1885060"/>
                  </a:lnTo>
                  <a:lnTo>
                    <a:pt x="978153" y="1883790"/>
                  </a:lnTo>
                  <a:lnTo>
                    <a:pt x="1025778" y="1879853"/>
                  </a:lnTo>
                  <a:lnTo>
                    <a:pt x="1072769" y="1873503"/>
                  </a:lnTo>
                  <a:lnTo>
                    <a:pt x="1118870" y="1864740"/>
                  </a:lnTo>
                  <a:lnTo>
                    <a:pt x="1164082" y="1853564"/>
                  </a:lnTo>
                  <a:lnTo>
                    <a:pt x="1208277" y="1840102"/>
                  </a:lnTo>
                  <a:lnTo>
                    <a:pt x="1251585" y="1824481"/>
                  </a:lnTo>
                  <a:lnTo>
                    <a:pt x="1293749" y="1806574"/>
                  </a:lnTo>
                  <a:lnTo>
                    <a:pt x="1334770" y="1786635"/>
                  </a:lnTo>
                  <a:lnTo>
                    <a:pt x="1374648" y="1764664"/>
                  </a:lnTo>
                  <a:lnTo>
                    <a:pt x="1413128" y="1740788"/>
                  </a:lnTo>
                  <a:lnTo>
                    <a:pt x="1450213" y="1715007"/>
                  </a:lnTo>
                  <a:lnTo>
                    <a:pt x="1486027" y="1687321"/>
                  </a:lnTo>
                  <a:lnTo>
                    <a:pt x="1520317" y="1657984"/>
                  </a:lnTo>
                  <a:lnTo>
                    <a:pt x="1552956" y="1626869"/>
                  </a:lnTo>
                  <a:lnTo>
                    <a:pt x="1584071" y="1594230"/>
                  </a:lnTo>
                  <a:lnTo>
                    <a:pt x="1613408" y="1559940"/>
                  </a:lnTo>
                  <a:lnTo>
                    <a:pt x="1641094" y="1524253"/>
                  </a:lnTo>
                  <a:lnTo>
                    <a:pt x="1666875" y="1487042"/>
                  </a:lnTo>
                  <a:lnTo>
                    <a:pt x="1690751" y="1448561"/>
                  </a:lnTo>
                  <a:lnTo>
                    <a:pt x="1712722" y="1408683"/>
                  </a:lnTo>
                  <a:lnTo>
                    <a:pt x="1732661" y="1367662"/>
                  </a:lnTo>
                  <a:lnTo>
                    <a:pt x="1750568" y="1325498"/>
                  </a:lnTo>
                  <a:lnTo>
                    <a:pt x="1766189" y="1282191"/>
                  </a:lnTo>
                  <a:lnTo>
                    <a:pt x="1779651" y="1237995"/>
                  </a:lnTo>
                  <a:lnTo>
                    <a:pt x="1790827" y="1192783"/>
                  </a:lnTo>
                  <a:lnTo>
                    <a:pt x="1799590" y="1146682"/>
                  </a:lnTo>
                  <a:lnTo>
                    <a:pt x="1805940" y="1099692"/>
                  </a:lnTo>
                  <a:lnTo>
                    <a:pt x="1809877" y="1052067"/>
                  </a:lnTo>
                  <a:lnTo>
                    <a:pt x="1811147" y="1003680"/>
                  </a:lnTo>
                  <a:lnTo>
                    <a:pt x="1809877" y="955293"/>
                  </a:lnTo>
                  <a:lnTo>
                    <a:pt x="1805940" y="907668"/>
                  </a:lnTo>
                  <a:lnTo>
                    <a:pt x="1799590" y="860678"/>
                  </a:lnTo>
                  <a:lnTo>
                    <a:pt x="1790827" y="814577"/>
                  </a:lnTo>
                  <a:lnTo>
                    <a:pt x="1779651" y="769365"/>
                  </a:lnTo>
                  <a:lnTo>
                    <a:pt x="1766189" y="725042"/>
                  </a:lnTo>
                  <a:lnTo>
                    <a:pt x="1750568" y="681863"/>
                  </a:lnTo>
                  <a:lnTo>
                    <a:pt x="1732661" y="639698"/>
                  </a:lnTo>
                  <a:lnTo>
                    <a:pt x="1712722" y="598677"/>
                  </a:lnTo>
                  <a:lnTo>
                    <a:pt x="1690751" y="558800"/>
                  </a:lnTo>
                  <a:lnTo>
                    <a:pt x="1666875" y="520318"/>
                  </a:lnTo>
                  <a:lnTo>
                    <a:pt x="1641094" y="483107"/>
                  </a:lnTo>
                  <a:lnTo>
                    <a:pt x="1613408" y="447420"/>
                  </a:lnTo>
                  <a:lnTo>
                    <a:pt x="1584071" y="413130"/>
                  </a:lnTo>
                  <a:lnTo>
                    <a:pt x="1552956" y="380491"/>
                  </a:lnTo>
                  <a:lnTo>
                    <a:pt x="1520317" y="349376"/>
                  </a:lnTo>
                  <a:lnTo>
                    <a:pt x="1486027" y="319913"/>
                  </a:lnTo>
                  <a:lnTo>
                    <a:pt x="1450213" y="292353"/>
                  </a:lnTo>
                  <a:lnTo>
                    <a:pt x="1413128" y="266572"/>
                  </a:lnTo>
                  <a:lnTo>
                    <a:pt x="1374648" y="242569"/>
                  </a:lnTo>
                  <a:lnTo>
                    <a:pt x="1334770" y="220725"/>
                  </a:lnTo>
                  <a:lnTo>
                    <a:pt x="1293749" y="200786"/>
                  </a:lnTo>
                  <a:lnTo>
                    <a:pt x="1251585" y="182879"/>
                  </a:lnTo>
                  <a:lnTo>
                    <a:pt x="1208277" y="167258"/>
                  </a:lnTo>
                  <a:lnTo>
                    <a:pt x="1164082" y="153796"/>
                  </a:lnTo>
                  <a:lnTo>
                    <a:pt x="1118870" y="142620"/>
                  </a:lnTo>
                  <a:lnTo>
                    <a:pt x="1072769" y="133857"/>
                  </a:lnTo>
                  <a:lnTo>
                    <a:pt x="1025778" y="127507"/>
                  </a:lnTo>
                  <a:lnTo>
                    <a:pt x="978153" y="123570"/>
                  </a:lnTo>
                  <a:lnTo>
                    <a:pt x="929767" y="122300"/>
                  </a:lnTo>
                  <a:lnTo>
                    <a:pt x="880618" y="123697"/>
                  </a:lnTo>
                  <a:lnTo>
                    <a:pt x="832103" y="127634"/>
                  </a:lnTo>
                  <a:lnTo>
                    <a:pt x="784351" y="134238"/>
                  </a:lnTo>
                  <a:lnTo>
                    <a:pt x="737489" y="143255"/>
                  </a:lnTo>
                  <a:lnTo>
                    <a:pt x="691642" y="154812"/>
                  </a:lnTo>
                  <a:lnTo>
                    <a:pt x="646684" y="168782"/>
                  </a:lnTo>
                  <a:lnTo>
                    <a:pt x="602742" y="184911"/>
                  </a:lnTo>
                  <a:lnTo>
                    <a:pt x="560070" y="203326"/>
                  </a:lnTo>
                  <a:lnTo>
                    <a:pt x="518414" y="223900"/>
                  </a:lnTo>
                  <a:lnTo>
                    <a:pt x="478154" y="246633"/>
                  </a:lnTo>
                  <a:lnTo>
                    <a:pt x="439293" y="271271"/>
                  </a:lnTo>
                  <a:lnTo>
                    <a:pt x="401700" y="297941"/>
                  </a:lnTo>
                  <a:lnTo>
                    <a:pt x="365633" y="326389"/>
                  </a:lnTo>
                  <a:lnTo>
                    <a:pt x="331216" y="356742"/>
                  </a:lnTo>
                  <a:lnTo>
                    <a:pt x="298323" y="388746"/>
                  </a:lnTo>
                  <a:lnTo>
                    <a:pt x="267208" y="422401"/>
                  </a:lnTo>
                  <a:lnTo>
                    <a:pt x="237744" y="457707"/>
                  </a:lnTo>
                  <a:lnTo>
                    <a:pt x="210185" y="494538"/>
                  </a:lnTo>
                  <a:lnTo>
                    <a:pt x="184531" y="532764"/>
                  </a:lnTo>
                  <a:lnTo>
                    <a:pt x="160909" y="572388"/>
                  </a:lnTo>
                  <a:lnTo>
                    <a:pt x="139319" y="613282"/>
                  </a:lnTo>
                  <a:lnTo>
                    <a:pt x="119761" y="655446"/>
                  </a:lnTo>
                  <a:lnTo>
                    <a:pt x="102489" y="698753"/>
                  </a:lnTo>
                  <a:lnTo>
                    <a:pt x="87502" y="743203"/>
                  </a:lnTo>
                  <a:lnTo>
                    <a:pt x="0" y="624839"/>
                  </a:lnTo>
                  <a:lnTo>
                    <a:pt x="18923" y="581405"/>
                  </a:lnTo>
                  <a:lnTo>
                    <a:pt x="39877" y="539114"/>
                  </a:lnTo>
                  <a:lnTo>
                    <a:pt x="62611" y="497839"/>
                  </a:lnTo>
                  <a:lnTo>
                    <a:pt x="87375" y="457834"/>
                  </a:lnTo>
                  <a:lnTo>
                    <a:pt x="113792" y="419100"/>
                  </a:lnTo>
                  <a:lnTo>
                    <a:pt x="141986" y="381761"/>
                  </a:lnTo>
                  <a:lnTo>
                    <a:pt x="171831" y="345693"/>
                  </a:lnTo>
                  <a:lnTo>
                    <a:pt x="203326" y="311150"/>
                  </a:lnTo>
                  <a:lnTo>
                    <a:pt x="236347" y="278129"/>
                  </a:lnTo>
                  <a:lnTo>
                    <a:pt x="270764" y="246633"/>
                  </a:lnTo>
                  <a:lnTo>
                    <a:pt x="306832" y="216661"/>
                  </a:lnTo>
                  <a:lnTo>
                    <a:pt x="344170" y="188467"/>
                  </a:lnTo>
                  <a:lnTo>
                    <a:pt x="382777" y="161925"/>
                  </a:lnTo>
                  <a:lnTo>
                    <a:pt x="422783" y="137286"/>
                  </a:lnTo>
                  <a:lnTo>
                    <a:pt x="463931" y="114426"/>
                  </a:lnTo>
                  <a:lnTo>
                    <a:pt x="506349" y="93471"/>
                  </a:lnTo>
                  <a:lnTo>
                    <a:pt x="549783" y="74421"/>
                  </a:lnTo>
                  <a:lnTo>
                    <a:pt x="594233" y="57530"/>
                  </a:lnTo>
                  <a:lnTo>
                    <a:pt x="639699" y="42544"/>
                  </a:lnTo>
                  <a:lnTo>
                    <a:pt x="686053" y="29844"/>
                  </a:lnTo>
                  <a:lnTo>
                    <a:pt x="733298" y="19303"/>
                  </a:lnTo>
                  <a:lnTo>
                    <a:pt x="781303" y="10921"/>
                  </a:lnTo>
                  <a:lnTo>
                    <a:pt x="830072" y="4952"/>
                  </a:lnTo>
                  <a:lnTo>
                    <a:pt x="879601" y="1269"/>
                  </a:lnTo>
                  <a:lnTo>
                    <a:pt x="929767" y="0"/>
                  </a:lnTo>
                  <a:close/>
                </a:path>
              </a:pathLst>
            </a:custGeom>
            <a:ln w="22151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7446" y="2017014"/>
              <a:ext cx="2157222" cy="199529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727446" y="2017014"/>
              <a:ext cx="2157730" cy="1995805"/>
            </a:xfrm>
            <a:custGeom>
              <a:avLst/>
              <a:gdLst/>
              <a:ahLst/>
              <a:cxnLst/>
              <a:rect l="l" t="t" r="r" b="b"/>
              <a:pathLst>
                <a:path w="2157729" h="1995804">
                  <a:moveTo>
                    <a:pt x="924559" y="0"/>
                  </a:moveTo>
                  <a:lnTo>
                    <a:pt x="976376" y="1396"/>
                  </a:lnTo>
                  <a:lnTo>
                    <a:pt x="1027429" y="5206"/>
                  </a:lnTo>
                  <a:lnTo>
                    <a:pt x="1077849" y="11683"/>
                  </a:lnTo>
                  <a:lnTo>
                    <a:pt x="1127378" y="20700"/>
                  </a:lnTo>
                  <a:lnTo>
                    <a:pt x="1176020" y="32003"/>
                  </a:lnTo>
                  <a:lnTo>
                    <a:pt x="1223772" y="45592"/>
                  </a:lnTo>
                  <a:lnTo>
                    <a:pt x="1270380" y="61594"/>
                  </a:lnTo>
                  <a:lnTo>
                    <a:pt x="1316101" y="79755"/>
                  </a:lnTo>
                  <a:lnTo>
                    <a:pt x="1360551" y="100075"/>
                  </a:lnTo>
                  <a:lnTo>
                    <a:pt x="1403857" y="122427"/>
                  </a:lnTo>
                  <a:lnTo>
                    <a:pt x="1445895" y="146938"/>
                  </a:lnTo>
                  <a:lnTo>
                    <a:pt x="1486534" y="173227"/>
                  </a:lnTo>
                  <a:lnTo>
                    <a:pt x="1525904" y="201548"/>
                  </a:lnTo>
                  <a:lnTo>
                    <a:pt x="1563751" y="231647"/>
                  </a:lnTo>
                  <a:lnTo>
                    <a:pt x="1600073" y="263525"/>
                  </a:lnTo>
                  <a:lnTo>
                    <a:pt x="1634744" y="297052"/>
                  </a:lnTo>
                  <a:lnTo>
                    <a:pt x="1667890" y="332231"/>
                  </a:lnTo>
                  <a:lnTo>
                    <a:pt x="1699259" y="369061"/>
                  </a:lnTo>
                  <a:lnTo>
                    <a:pt x="1728851" y="407288"/>
                  </a:lnTo>
                  <a:lnTo>
                    <a:pt x="1756536" y="447039"/>
                  </a:lnTo>
                  <a:lnTo>
                    <a:pt x="1782318" y="488060"/>
                  </a:lnTo>
                  <a:lnTo>
                    <a:pt x="1806194" y="530478"/>
                  </a:lnTo>
                  <a:lnTo>
                    <a:pt x="1806194" y="529208"/>
                  </a:lnTo>
                  <a:lnTo>
                    <a:pt x="2157222" y="1004188"/>
                  </a:lnTo>
                  <a:lnTo>
                    <a:pt x="1806194" y="1479168"/>
                  </a:lnTo>
                  <a:lnTo>
                    <a:pt x="1806194" y="1464944"/>
                  </a:lnTo>
                  <a:lnTo>
                    <a:pt x="1782318" y="1507235"/>
                  </a:lnTo>
                  <a:lnTo>
                    <a:pt x="1756536" y="1548383"/>
                  </a:lnTo>
                  <a:lnTo>
                    <a:pt x="1728851" y="1588134"/>
                  </a:lnTo>
                  <a:lnTo>
                    <a:pt x="1699259" y="1626361"/>
                  </a:lnTo>
                  <a:lnTo>
                    <a:pt x="1667890" y="1663064"/>
                  </a:lnTo>
                  <a:lnTo>
                    <a:pt x="1634744" y="1698243"/>
                  </a:lnTo>
                  <a:lnTo>
                    <a:pt x="1600073" y="1731898"/>
                  </a:lnTo>
                  <a:lnTo>
                    <a:pt x="1563751" y="1763648"/>
                  </a:lnTo>
                  <a:lnTo>
                    <a:pt x="1525904" y="1793747"/>
                  </a:lnTo>
                  <a:lnTo>
                    <a:pt x="1486534" y="1822068"/>
                  </a:lnTo>
                  <a:lnTo>
                    <a:pt x="1445895" y="1848484"/>
                  </a:lnTo>
                  <a:lnTo>
                    <a:pt x="1403857" y="1872868"/>
                  </a:lnTo>
                  <a:lnTo>
                    <a:pt x="1360551" y="1895220"/>
                  </a:lnTo>
                  <a:lnTo>
                    <a:pt x="1316101" y="1915540"/>
                  </a:lnTo>
                  <a:lnTo>
                    <a:pt x="1270380" y="1933701"/>
                  </a:lnTo>
                  <a:lnTo>
                    <a:pt x="1223772" y="1949703"/>
                  </a:lnTo>
                  <a:lnTo>
                    <a:pt x="1176020" y="1963419"/>
                  </a:lnTo>
                  <a:lnTo>
                    <a:pt x="1127378" y="1974722"/>
                  </a:lnTo>
                  <a:lnTo>
                    <a:pt x="1077849" y="1983612"/>
                  </a:lnTo>
                  <a:lnTo>
                    <a:pt x="1027429" y="1990089"/>
                  </a:lnTo>
                  <a:lnTo>
                    <a:pt x="976376" y="1994026"/>
                  </a:lnTo>
                  <a:lnTo>
                    <a:pt x="924559" y="1995296"/>
                  </a:lnTo>
                  <a:lnTo>
                    <a:pt x="872998" y="1994026"/>
                  </a:lnTo>
                  <a:lnTo>
                    <a:pt x="822071" y="1990089"/>
                  </a:lnTo>
                  <a:lnTo>
                    <a:pt x="772032" y="1983739"/>
                  </a:lnTo>
                  <a:lnTo>
                    <a:pt x="722756" y="1974849"/>
                  </a:lnTo>
                  <a:lnTo>
                    <a:pt x="674242" y="1963673"/>
                  </a:lnTo>
                  <a:lnTo>
                    <a:pt x="626744" y="1950084"/>
                  </a:lnTo>
                  <a:lnTo>
                    <a:pt x="580263" y="1934336"/>
                  </a:lnTo>
                  <a:lnTo>
                    <a:pt x="534796" y="1916302"/>
                  </a:lnTo>
                  <a:lnTo>
                    <a:pt x="490474" y="1896236"/>
                  </a:lnTo>
                  <a:lnTo>
                    <a:pt x="447293" y="1874011"/>
                  </a:lnTo>
                  <a:lnTo>
                    <a:pt x="405383" y="1849754"/>
                  </a:lnTo>
                  <a:lnTo>
                    <a:pt x="364870" y="1823592"/>
                  </a:lnTo>
                  <a:lnTo>
                    <a:pt x="325627" y="1795652"/>
                  </a:lnTo>
                  <a:lnTo>
                    <a:pt x="287908" y="1765807"/>
                  </a:lnTo>
                  <a:lnTo>
                    <a:pt x="251587" y="1734184"/>
                  </a:lnTo>
                  <a:lnTo>
                    <a:pt x="216915" y="1700910"/>
                  </a:lnTo>
                  <a:lnTo>
                    <a:pt x="183895" y="1665985"/>
                  </a:lnTo>
                  <a:lnTo>
                    <a:pt x="152526" y="1629536"/>
                  </a:lnTo>
                  <a:lnTo>
                    <a:pt x="122936" y="1591563"/>
                  </a:lnTo>
                  <a:lnTo>
                    <a:pt x="95123" y="1552193"/>
                  </a:lnTo>
                  <a:lnTo>
                    <a:pt x="69214" y="1511426"/>
                  </a:lnTo>
                  <a:lnTo>
                    <a:pt x="45212" y="1469389"/>
                  </a:lnTo>
                  <a:lnTo>
                    <a:pt x="23367" y="1426082"/>
                  </a:lnTo>
                  <a:lnTo>
                    <a:pt x="3428" y="1381632"/>
                  </a:lnTo>
                  <a:lnTo>
                    <a:pt x="89915" y="1264665"/>
                  </a:lnTo>
                  <a:lnTo>
                    <a:pt x="105790" y="1310258"/>
                  </a:lnTo>
                  <a:lnTo>
                    <a:pt x="124205" y="1354581"/>
                  </a:lnTo>
                  <a:lnTo>
                    <a:pt x="144779" y="1397634"/>
                  </a:lnTo>
                  <a:lnTo>
                    <a:pt x="167766" y="1439290"/>
                  </a:lnTo>
                  <a:lnTo>
                    <a:pt x="192786" y="1479676"/>
                  </a:lnTo>
                  <a:lnTo>
                    <a:pt x="219963" y="1518538"/>
                  </a:lnTo>
                  <a:lnTo>
                    <a:pt x="249174" y="1555749"/>
                  </a:lnTo>
                  <a:lnTo>
                    <a:pt x="280162" y="1591309"/>
                  </a:lnTo>
                  <a:lnTo>
                    <a:pt x="313181" y="1625218"/>
                  </a:lnTo>
                  <a:lnTo>
                    <a:pt x="347852" y="1657222"/>
                  </a:lnTo>
                  <a:lnTo>
                    <a:pt x="384175" y="1687321"/>
                  </a:lnTo>
                  <a:lnTo>
                    <a:pt x="422275" y="1715642"/>
                  </a:lnTo>
                  <a:lnTo>
                    <a:pt x="461771" y="1741677"/>
                  </a:lnTo>
                  <a:lnTo>
                    <a:pt x="502792" y="1765807"/>
                  </a:lnTo>
                  <a:lnTo>
                    <a:pt x="545211" y="1787651"/>
                  </a:lnTo>
                  <a:lnTo>
                    <a:pt x="588899" y="1807209"/>
                  </a:lnTo>
                  <a:lnTo>
                    <a:pt x="633729" y="1824354"/>
                  </a:lnTo>
                  <a:lnTo>
                    <a:pt x="679830" y="1839213"/>
                  </a:lnTo>
                  <a:lnTo>
                    <a:pt x="726948" y="1851405"/>
                  </a:lnTo>
                  <a:lnTo>
                    <a:pt x="775080" y="1861057"/>
                  </a:lnTo>
                  <a:lnTo>
                    <a:pt x="824102" y="1868042"/>
                  </a:lnTo>
                  <a:lnTo>
                    <a:pt x="873886" y="1872360"/>
                  </a:lnTo>
                  <a:lnTo>
                    <a:pt x="924559" y="1873757"/>
                  </a:lnTo>
                  <a:lnTo>
                    <a:pt x="972565" y="1872487"/>
                  </a:lnTo>
                  <a:lnTo>
                    <a:pt x="1020063" y="1868677"/>
                  </a:lnTo>
                  <a:lnTo>
                    <a:pt x="1066673" y="1862327"/>
                  </a:lnTo>
                  <a:lnTo>
                    <a:pt x="1112520" y="1853564"/>
                  </a:lnTo>
                  <a:lnTo>
                    <a:pt x="1157477" y="1842515"/>
                  </a:lnTo>
                  <a:lnTo>
                    <a:pt x="1201420" y="1829180"/>
                  </a:lnTo>
                  <a:lnTo>
                    <a:pt x="1244473" y="1813559"/>
                  </a:lnTo>
                  <a:lnTo>
                    <a:pt x="1286382" y="1795779"/>
                  </a:lnTo>
                  <a:lnTo>
                    <a:pt x="1327150" y="1775967"/>
                  </a:lnTo>
                  <a:lnTo>
                    <a:pt x="1366774" y="1754123"/>
                  </a:lnTo>
                  <a:lnTo>
                    <a:pt x="1405001" y="1730374"/>
                  </a:lnTo>
                  <a:lnTo>
                    <a:pt x="1441957" y="1704720"/>
                  </a:lnTo>
                  <a:lnTo>
                    <a:pt x="1477518" y="1677288"/>
                  </a:lnTo>
                  <a:lnTo>
                    <a:pt x="1511553" y="1648078"/>
                  </a:lnTo>
                  <a:lnTo>
                    <a:pt x="1544065" y="1617217"/>
                  </a:lnTo>
                  <a:lnTo>
                    <a:pt x="1574927" y="1584705"/>
                  </a:lnTo>
                  <a:lnTo>
                    <a:pt x="1604136" y="1550669"/>
                  </a:lnTo>
                  <a:lnTo>
                    <a:pt x="1631569" y="1515109"/>
                  </a:lnTo>
                  <a:lnTo>
                    <a:pt x="1657223" y="1478152"/>
                  </a:lnTo>
                  <a:lnTo>
                    <a:pt x="1681099" y="1439925"/>
                  </a:lnTo>
                  <a:lnTo>
                    <a:pt x="1702815" y="1400301"/>
                  </a:lnTo>
                  <a:lnTo>
                    <a:pt x="1722627" y="1359534"/>
                  </a:lnTo>
                  <a:lnTo>
                    <a:pt x="1740407" y="1317624"/>
                  </a:lnTo>
                  <a:lnTo>
                    <a:pt x="1756028" y="1274571"/>
                  </a:lnTo>
                  <a:lnTo>
                    <a:pt x="1769363" y="1230629"/>
                  </a:lnTo>
                  <a:lnTo>
                    <a:pt x="1780412" y="1185671"/>
                  </a:lnTo>
                  <a:lnTo>
                    <a:pt x="1789176" y="1139825"/>
                  </a:lnTo>
                  <a:lnTo>
                    <a:pt x="1795526" y="1093089"/>
                  </a:lnTo>
                  <a:lnTo>
                    <a:pt x="1799335" y="1045717"/>
                  </a:lnTo>
                  <a:lnTo>
                    <a:pt x="1800732" y="997711"/>
                  </a:lnTo>
                  <a:lnTo>
                    <a:pt x="1799335" y="949578"/>
                  </a:lnTo>
                  <a:lnTo>
                    <a:pt x="1795526" y="902207"/>
                  </a:lnTo>
                  <a:lnTo>
                    <a:pt x="1789176" y="855598"/>
                  </a:lnTo>
                  <a:lnTo>
                    <a:pt x="1780412" y="809751"/>
                  </a:lnTo>
                  <a:lnTo>
                    <a:pt x="1769363" y="764793"/>
                  </a:lnTo>
                  <a:lnTo>
                    <a:pt x="1756028" y="720725"/>
                  </a:lnTo>
                  <a:lnTo>
                    <a:pt x="1740407" y="677798"/>
                  </a:lnTo>
                  <a:lnTo>
                    <a:pt x="1722627" y="635888"/>
                  </a:lnTo>
                  <a:lnTo>
                    <a:pt x="1702815" y="594994"/>
                  </a:lnTo>
                  <a:lnTo>
                    <a:pt x="1681099" y="555497"/>
                  </a:lnTo>
                  <a:lnTo>
                    <a:pt x="1657223" y="517143"/>
                  </a:lnTo>
                  <a:lnTo>
                    <a:pt x="1631569" y="480313"/>
                  </a:lnTo>
                  <a:lnTo>
                    <a:pt x="1604136" y="444753"/>
                  </a:lnTo>
                  <a:lnTo>
                    <a:pt x="1574927" y="410717"/>
                  </a:lnTo>
                  <a:lnTo>
                    <a:pt x="1544065" y="378205"/>
                  </a:lnTo>
                  <a:lnTo>
                    <a:pt x="1511553" y="347217"/>
                  </a:lnTo>
                  <a:lnTo>
                    <a:pt x="1477518" y="318007"/>
                  </a:lnTo>
                  <a:lnTo>
                    <a:pt x="1441957" y="290575"/>
                  </a:lnTo>
                  <a:lnTo>
                    <a:pt x="1405001" y="264921"/>
                  </a:lnTo>
                  <a:lnTo>
                    <a:pt x="1366774" y="241172"/>
                  </a:lnTo>
                  <a:lnTo>
                    <a:pt x="1327150" y="219328"/>
                  </a:lnTo>
                  <a:lnTo>
                    <a:pt x="1286382" y="199516"/>
                  </a:lnTo>
                  <a:lnTo>
                    <a:pt x="1244473" y="181863"/>
                  </a:lnTo>
                  <a:lnTo>
                    <a:pt x="1201420" y="166242"/>
                  </a:lnTo>
                  <a:lnTo>
                    <a:pt x="1157477" y="152907"/>
                  </a:lnTo>
                  <a:lnTo>
                    <a:pt x="1112520" y="141731"/>
                  </a:lnTo>
                  <a:lnTo>
                    <a:pt x="1066673" y="132968"/>
                  </a:lnTo>
                  <a:lnTo>
                    <a:pt x="1020063" y="126745"/>
                  </a:lnTo>
                  <a:lnTo>
                    <a:pt x="972565" y="122808"/>
                  </a:lnTo>
                  <a:lnTo>
                    <a:pt x="924559" y="121538"/>
                  </a:lnTo>
                  <a:lnTo>
                    <a:pt x="873505" y="123062"/>
                  </a:lnTo>
                  <a:lnTo>
                    <a:pt x="823213" y="127380"/>
                  </a:lnTo>
                  <a:lnTo>
                    <a:pt x="773811" y="134492"/>
                  </a:lnTo>
                  <a:lnTo>
                    <a:pt x="725296" y="144271"/>
                  </a:lnTo>
                  <a:lnTo>
                    <a:pt x="677799" y="156844"/>
                  </a:lnTo>
                  <a:lnTo>
                    <a:pt x="631443" y="171830"/>
                  </a:lnTo>
                  <a:lnTo>
                    <a:pt x="586104" y="189356"/>
                  </a:lnTo>
                  <a:lnTo>
                    <a:pt x="542163" y="209168"/>
                  </a:lnTo>
                  <a:lnTo>
                    <a:pt x="499490" y="231393"/>
                  </a:lnTo>
                  <a:lnTo>
                    <a:pt x="458342" y="255777"/>
                  </a:lnTo>
                  <a:lnTo>
                    <a:pt x="418591" y="282320"/>
                  </a:lnTo>
                  <a:lnTo>
                    <a:pt x="380364" y="311022"/>
                  </a:lnTo>
                  <a:lnTo>
                    <a:pt x="343788" y="341629"/>
                  </a:lnTo>
                  <a:lnTo>
                    <a:pt x="308990" y="374141"/>
                  </a:lnTo>
                  <a:lnTo>
                    <a:pt x="276098" y="408558"/>
                  </a:lnTo>
                  <a:lnTo>
                    <a:pt x="244982" y="444626"/>
                  </a:lnTo>
                  <a:lnTo>
                    <a:pt x="215900" y="482472"/>
                  </a:lnTo>
                  <a:lnTo>
                    <a:pt x="188721" y="521842"/>
                  </a:lnTo>
                  <a:lnTo>
                    <a:pt x="163829" y="562736"/>
                  </a:lnTo>
                  <a:lnTo>
                    <a:pt x="141096" y="605027"/>
                  </a:lnTo>
                  <a:lnTo>
                    <a:pt x="120650" y="648715"/>
                  </a:lnTo>
                  <a:lnTo>
                    <a:pt x="102615" y="693673"/>
                  </a:lnTo>
                  <a:lnTo>
                    <a:pt x="86994" y="739775"/>
                  </a:lnTo>
                  <a:lnTo>
                    <a:pt x="0" y="622045"/>
                  </a:lnTo>
                  <a:lnTo>
                    <a:pt x="18795" y="578865"/>
                  </a:lnTo>
                  <a:lnTo>
                    <a:pt x="39496" y="536701"/>
                  </a:lnTo>
                  <a:lnTo>
                    <a:pt x="62229" y="495680"/>
                  </a:lnTo>
                  <a:lnTo>
                    <a:pt x="86740" y="455802"/>
                  </a:lnTo>
                  <a:lnTo>
                    <a:pt x="113029" y="417321"/>
                  </a:lnTo>
                  <a:lnTo>
                    <a:pt x="140969" y="380110"/>
                  </a:lnTo>
                  <a:lnTo>
                    <a:pt x="170687" y="344169"/>
                  </a:lnTo>
                  <a:lnTo>
                    <a:pt x="201929" y="309752"/>
                  </a:lnTo>
                  <a:lnTo>
                    <a:pt x="234823" y="276859"/>
                  </a:lnTo>
                  <a:lnTo>
                    <a:pt x="269113" y="245490"/>
                  </a:lnTo>
                  <a:lnTo>
                    <a:pt x="304926" y="215772"/>
                  </a:lnTo>
                  <a:lnTo>
                    <a:pt x="342011" y="187705"/>
                  </a:lnTo>
                  <a:lnTo>
                    <a:pt x="380491" y="161289"/>
                  </a:lnTo>
                  <a:lnTo>
                    <a:pt x="420242" y="136651"/>
                  </a:lnTo>
                  <a:lnTo>
                    <a:pt x="461137" y="113918"/>
                  </a:lnTo>
                  <a:lnTo>
                    <a:pt x="503300" y="93090"/>
                  </a:lnTo>
                  <a:lnTo>
                    <a:pt x="546480" y="74167"/>
                  </a:lnTo>
                  <a:lnTo>
                    <a:pt x="590676" y="57276"/>
                  </a:lnTo>
                  <a:lnTo>
                    <a:pt x="635888" y="42417"/>
                  </a:lnTo>
                  <a:lnTo>
                    <a:pt x="682116" y="29717"/>
                  </a:lnTo>
                  <a:lnTo>
                    <a:pt x="729106" y="19176"/>
                  </a:lnTo>
                  <a:lnTo>
                    <a:pt x="776858" y="10921"/>
                  </a:lnTo>
                  <a:lnTo>
                    <a:pt x="825373" y="4825"/>
                  </a:lnTo>
                  <a:lnTo>
                    <a:pt x="874649" y="1269"/>
                  </a:lnTo>
                  <a:lnTo>
                    <a:pt x="924559" y="0"/>
                  </a:lnTo>
                  <a:close/>
                </a:path>
              </a:pathLst>
            </a:custGeom>
            <a:ln w="22151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2832" y="2017014"/>
              <a:ext cx="2157222" cy="199529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862832" y="2017014"/>
              <a:ext cx="2157730" cy="1995805"/>
            </a:xfrm>
            <a:custGeom>
              <a:avLst/>
              <a:gdLst/>
              <a:ahLst/>
              <a:cxnLst/>
              <a:rect l="l" t="t" r="r" b="b"/>
              <a:pathLst>
                <a:path w="2157729" h="1995804">
                  <a:moveTo>
                    <a:pt x="924559" y="0"/>
                  </a:moveTo>
                  <a:lnTo>
                    <a:pt x="976248" y="1396"/>
                  </a:lnTo>
                  <a:lnTo>
                    <a:pt x="1027429" y="5206"/>
                  </a:lnTo>
                  <a:lnTo>
                    <a:pt x="1077721" y="11683"/>
                  </a:lnTo>
                  <a:lnTo>
                    <a:pt x="1127252" y="20700"/>
                  </a:lnTo>
                  <a:lnTo>
                    <a:pt x="1175892" y="32003"/>
                  </a:lnTo>
                  <a:lnTo>
                    <a:pt x="1223644" y="45592"/>
                  </a:lnTo>
                  <a:lnTo>
                    <a:pt x="1270380" y="61594"/>
                  </a:lnTo>
                  <a:lnTo>
                    <a:pt x="1315973" y="79755"/>
                  </a:lnTo>
                  <a:lnTo>
                    <a:pt x="1360551" y="100075"/>
                  </a:lnTo>
                  <a:lnTo>
                    <a:pt x="1403857" y="122427"/>
                  </a:lnTo>
                  <a:lnTo>
                    <a:pt x="1445894" y="146938"/>
                  </a:lnTo>
                  <a:lnTo>
                    <a:pt x="1486534" y="173227"/>
                  </a:lnTo>
                  <a:lnTo>
                    <a:pt x="1525777" y="201548"/>
                  </a:lnTo>
                  <a:lnTo>
                    <a:pt x="1563623" y="231647"/>
                  </a:lnTo>
                  <a:lnTo>
                    <a:pt x="1599945" y="263525"/>
                  </a:lnTo>
                  <a:lnTo>
                    <a:pt x="1634743" y="297052"/>
                  </a:lnTo>
                  <a:lnTo>
                    <a:pt x="1667764" y="332231"/>
                  </a:lnTo>
                  <a:lnTo>
                    <a:pt x="1699132" y="369061"/>
                  </a:lnTo>
                  <a:lnTo>
                    <a:pt x="1728723" y="407288"/>
                  </a:lnTo>
                  <a:lnTo>
                    <a:pt x="1756537" y="447039"/>
                  </a:lnTo>
                  <a:lnTo>
                    <a:pt x="1782317" y="488060"/>
                  </a:lnTo>
                  <a:lnTo>
                    <a:pt x="1806193" y="530478"/>
                  </a:lnTo>
                  <a:lnTo>
                    <a:pt x="1806193" y="529208"/>
                  </a:lnTo>
                  <a:lnTo>
                    <a:pt x="2157221" y="1004188"/>
                  </a:lnTo>
                  <a:lnTo>
                    <a:pt x="1806193" y="1479168"/>
                  </a:lnTo>
                  <a:lnTo>
                    <a:pt x="1806193" y="1464944"/>
                  </a:lnTo>
                  <a:lnTo>
                    <a:pt x="1782317" y="1507235"/>
                  </a:lnTo>
                  <a:lnTo>
                    <a:pt x="1756537" y="1548383"/>
                  </a:lnTo>
                  <a:lnTo>
                    <a:pt x="1728723" y="1588134"/>
                  </a:lnTo>
                  <a:lnTo>
                    <a:pt x="1699132" y="1626361"/>
                  </a:lnTo>
                  <a:lnTo>
                    <a:pt x="1667764" y="1663064"/>
                  </a:lnTo>
                  <a:lnTo>
                    <a:pt x="1634743" y="1698243"/>
                  </a:lnTo>
                  <a:lnTo>
                    <a:pt x="1599945" y="1731898"/>
                  </a:lnTo>
                  <a:lnTo>
                    <a:pt x="1563623" y="1763648"/>
                  </a:lnTo>
                  <a:lnTo>
                    <a:pt x="1525777" y="1793747"/>
                  </a:lnTo>
                  <a:lnTo>
                    <a:pt x="1486534" y="1822068"/>
                  </a:lnTo>
                  <a:lnTo>
                    <a:pt x="1445894" y="1848484"/>
                  </a:lnTo>
                  <a:lnTo>
                    <a:pt x="1403857" y="1872868"/>
                  </a:lnTo>
                  <a:lnTo>
                    <a:pt x="1360551" y="1895220"/>
                  </a:lnTo>
                  <a:lnTo>
                    <a:pt x="1315973" y="1915540"/>
                  </a:lnTo>
                  <a:lnTo>
                    <a:pt x="1270380" y="1933701"/>
                  </a:lnTo>
                  <a:lnTo>
                    <a:pt x="1223644" y="1949703"/>
                  </a:lnTo>
                  <a:lnTo>
                    <a:pt x="1175892" y="1963419"/>
                  </a:lnTo>
                  <a:lnTo>
                    <a:pt x="1127252" y="1974722"/>
                  </a:lnTo>
                  <a:lnTo>
                    <a:pt x="1077721" y="1983612"/>
                  </a:lnTo>
                  <a:lnTo>
                    <a:pt x="1027429" y="1990089"/>
                  </a:lnTo>
                  <a:lnTo>
                    <a:pt x="976248" y="1994026"/>
                  </a:lnTo>
                  <a:lnTo>
                    <a:pt x="924559" y="1995296"/>
                  </a:lnTo>
                  <a:lnTo>
                    <a:pt x="872997" y="1994026"/>
                  </a:lnTo>
                  <a:lnTo>
                    <a:pt x="822070" y="1990089"/>
                  </a:lnTo>
                  <a:lnTo>
                    <a:pt x="771905" y="1983739"/>
                  </a:lnTo>
                  <a:lnTo>
                    <a:pt x="722629" y="1974849"/>
                  </a:lnTo>
                  <a:lnTo>
                    <a:pt x="674242" y="1963673"/>
                  </a:lnTo>
                  <a:lnTo>
                    <a:pt x="626744" y="1950084"/>
                  </a:lnTo>
                  <a:lnTo>
                    <a:pt x="580135" y="1934336"/>
                  </a:lnTo>
                  <a:lnTo>
                    <a:pt x="534669" y="1916302"/>
                  </a:lnTo>
                  <a:lnTo>
                    <a:pt x="490346" y="1896236"/>
                  </a:lnTo>
                  <a:lnTo>
                    <a:pt x="447293" y="1874011"/>
                  </a:lnTo>
                  <a:lnTo>
                    <a:pt x="405383" y="1849754"/>
                  </a:lnTo>
                  <a:lnTo>
                    <a:pt x="364743" y="1823592"/>
                  </a:lnTo>
                  <a:lnTo>
                    <a:pt x="325627" y="1795652"/>
                  </a:lnTo>
                  <a:lnTo>
                    <a:pt x="287781" y="1765807"/>
                  </a:lnTo>
                  <a:lnTo>
                    <a:pt x="251587" y="1734184"/>
                  </a:lnTo>
                  <a:lnTo>
                    <a:pt x="216915" y="1700910"/>
                  </a:lnTo>
                  <a:lnTo>
                    <a:pt x="183768" y="1665985"/>
                  </a:lnTo>
                  <a:lnTo>
                    <a:pt x="152400" y="1629536"/>
                  </a:lnTo>
                  <a:lnTo>
                    <a:pt x="122808" y="1591563"/>
                  </a:lnTo>
                  <a:lnTo>
                    <a:pt x="95122" y="1552193"/>
                  </a:lnTo>
                  <a:lnTo>
                    <a:pt x="69214" y="1511426"/>
                  </a:lnTo>
                  <a:lnTo>
                    <a:pt x="45212" y="1469389"/>
                  </a:lnTo>
                  <a:lnTo>
                    <a:pt x="23240" y="1426082"/>
                  </a:lnTo>
                  <a:lnTo>
                    <a:pt x="3428" y="1381632"/>
                  </a:lnTo>
                  <a:lnTo>
                    <a:pt x="89788" y="1264665"/>
                  </a:lnTo>
                  <a:lnTo>
                    <a:pt x="105790" y="1310258"/>
                  </a:lnTo>
                  <a:lnTo>
                    <a:pt x="124078" y="1354581"/>
                  </a:lnTo>
                  <a:lnTo>
                    <a:pt x="144779" y="1397634"/>
                  </a:lnTo>
                  <a:lnTo>
                    <a:pt x="167639" y="1439290"/>
                  </a:lnTo>
                  <a:lnTo>
                    <a:pt x="192785" y="1479676"/>
                  </a:lnTo>
                  <a:lnTo>
                    <a:pt x="219963" y="1518538"/>
                  </a:lnTo>
                  <a:lnTo>
                    <a:pt x="249046" y="1555749"/>
                  </a:lnTo>
                  <a:lnTo>
                    <a:pt x="280162" y="1591309"/>
                  </a:lnTo>
                  <a:lnTo>
                    <a:pt x="313054" y="1625218"/>
                  </a:lnTo>
                  <a:lnTo>
                    <a:pt x="347725" y="1657222"/>
                  </a:lnTo>
                  <a:lnTo>
                    <a:pt x="384175" y="1687321"/>
                  </a:lnTo>
                  <a:lnTo>
                    <a:pt x="422147" y="1715642"/>
                  </a:lnTo>
                  <a:lnTo>
                    <a:pt x="461771" y="1741677"/>
                  </a:lnTo>
                  <a:lnTo>
                    <a:pt x="502792" y="1765807"/>
                  </a:lnTo>
                  <a:lnTo>
                    <a:pt x="545083" y="1787651"/>
                  </a:lnTo>
                  <a:lnTo>
                    <a:pt x="588771" y="1807209"/>
                  </a:lnTo>
                  <a:lnTo>
                    <a:pt x="633729" y="1824354"/>
                  </a:lnTo>
                  <a:lnTo>
                    <a:pt x="679703" y="1839213"/>
                  </a:lnTo>
                  <a:lnTo>
                    <a:pt x="726947" y="1851405"/>
                  </a:lnTo>
                  <a:lnTo>
                    <a:pt x="774953" y="1861057"/>
                  </a:lnTo>
                  <a:lnTo>
                    <a:pt x="823976" y="1868042"/>
                  </a:lnTo>
                  <a:lnTo>
                    <a:pt x="873887" y="1872360"/>
                  </a:lnTo>
                  <a:lnTo>
                    <a:pt x="924559" y="1873757"/>
                  </a:lnTo>
                  <a:lnTo>
                    <a:pt x="972565" y="1872487"/>
                  </a:lnTo>
                  <a:lnTo>
                    <a:pt x="1019937" y="1868677"/>
                  </a:lnTo>
                  <a:lnTo>
                    <a:pt x="1066672" y="1862327"/>
                  </a:lnTo>
                  <a:lnTo>
                    <a:pt x="1112392" y="1853564"/>
                  </a:lnTo>
                  <a:lnTo>
                    <a:pt x="1157351" y="1842515"/>
                  </a:lnTo>
                  <a:lnTo>
                    <a:pt x="1201419" y="1829180"/>
                  </a:lnTo>
                  <a:lnTo>
                    <a:pt x="1244472" y="1813559"/>
                  </a:lnTo>
                  <a:lnTo>
                    <a:pt x="1286382" y="1795779"/>
                  </a:lnTo>
                  <a:lnTo>
                    <a:pt x="1327150" y="1775967"/>
                  </a:lnTo>
                  <a:lnTo>
                    <a:pt x="1366646" y="1754123"/>
                  </a:lnTo>
                  <a:lnTo>
                    <a:pt x="1405001" y="1730374"/>
                  </a:lnTo>
                  <a:lnTo>
                    <a:pt x="1441957" y="1704720"/>
                  </a:lnTo>
                  <a:lnTo>
                    <a:pt x="1477517" y="1677288"/>
                  </a:lnTo>
                  <a:lnTo>
                    <a:pt x="1511553" y="1648078"/>
                  </a:lnTo>
                  <a:lnTo>
                    <a:pt x="1544065" y="1617217"/>
                  </a:lnTo>
                  <a:lnTo>
                    <a:pt x="1574927" y="1584705"/>
                  </a:lnTo>
                  <a:lnTo>
                    <a:pt x="1604137" y="1550669"/>
                  </a:lnTo>
                  <a:lnTo>
                    <a:pt x="1631568" y="1515109"/>
                  </a:lnTo>
                  <a:lnTo>
                    <a:pt x="1657222" y="1478152"/>
                  </a:lnTo>
                  <a:lnTo>
                    <a:pt x="1680971" y="1439925"/>
                  </a:lnTo>
                  <a:lnTo>
                    <a:pt x="1702815" y="1400301"/>
                  </a:lnTo>
                  <a:lnTo>
                    <a:pt x="1722627" y="1359534"/>
                  </a:lnTo>
                  <a:lnTo>
                    <a:pt x="1740407" y="1317624"/>
                  </a:lnTo>
                  <a:lnTo>
                    <a:pt x="1755902" y="1274571"/>
                  </a:lnTo>
                  <a:lnTo>
                    <a:pt x="1769364" y="1230629"/>
                  </a:lnTo>
                  <a:lnTo>
                    <a:pt x="1780413" y="1185671"/>
                  </a:lnTo>
                  <a:lnTo>
                    <a:pt x="1789176" y="1139825"/>
                  </a:lnTo>
                  <a:lnTo>
                    <a:pt x="1795526" y="1093089"/>
                  </a:lnTo>
                  <a:lnTo>
                    <a:pt x="1799335" y="1045717"/>
                  </a:lnTo>
                  <a:lnTo>
                    <a:pt x="1800605" y="997711"/>
                  </a:lnTo>
                  <a:lnTo>
                    <a:pt x="1799335" y="949578"/>
                  </a:lnTo>
                  <a:lnTo>
                    <a:pt x="1795526" y="902207"/>
                  </a:lnTo>
                  <a:lnTo>
                    <a:pt x="1789176" y="855598"/>
                  </a:lnTo>
                  <a:lnTo>
                    <a:pt x="1780413" y="809751"/>
                  </a:lnTo>
                  <a:lnTo>
                    <a:pt x="1769364" y="764793"/>
                  </a:lnTo>
                  <a:lnTo>
                    <a:pt x="1756028" y="720725"/>
                  </a:lnTo>
                  <a:lnTo>
                    <a:pt x="1740407" y="677798"/>
                  </a:lnTo>
                  <a:lnTo>
                    <a:pt x="1722627" y="635888"/>
                  </a:lnTo>
                  <a:lnTo>
                    <a:pt x="1702815" y="594994"/>
                  </a:lnTo>
                  <a:lnTo>
                    <a:pt x="1680971" y="555497"/>
                  </a:lnTo>
                  <a:lnTo>
                    <a:pt x="1657222" y="517143"/>
                  </a:lnTo>
                  <a:lnTo>
                    <a:pt x="1631568" y="480313"/>
                  </a:lnTo>
                  <a:lnTo>
                    <a:pt x="1604137" y="444753"/>
                  </a:lnTo>
                  <a:lnTo>
                    <a:pt x="1574927" y="410717"/>
                  </a:lnTo>
                  <a:lnTo>
                    <a:pt x="1544065" y="378205"/>
                  </a:lnTo>
                  <a:lnTo>
                    <a:pt x="1511553" y="347217"/>
                  </a:lnTo>
                  <a:lnTo>
                    <a:pt x="1477517" y="318007"/>
                  </a:lnTo>
                  <a:lnTo>
                    <a:pt x="1441957" y="290575"/>
                  </a:lnTo>
                  <a:lnTo>
                    <a:pt x="1405001" y="264921"/>
                  </a:lnTo>
                  <a:lnTo>
                    <a:pt x="1366646" y="241172"/>
                  </a:lnTo>
                  <a:lnTo>
                    <a:pt x="1327150" y="219328"/>
                  </a:lnTo>
                  <a:lnTo>
                    <a:pt x="1286382" y="199516"/>
                  </a:lnTo>
                  <a:lnTo>
                    <a:pt x="1244472" y="181863"/>
                  </a:lnTo>
                  <a:lnTo>
                    <a:pt x="1201419" y="166242"/>
                  </a:lnTo>
                  <a:lnTo>
                    <a:pt x="1157351" y="152907"/>
                  </a:lnTo>
                  <a:lnTo>
                    <a:pt x="1112392" y="141731"/>
                  </a:lnTo>
                  <a:lnTo>
                    <a:pt x="1066672" y="132968"/>
                  </a:lnTo>
                  <a:lnTo>
                    <a:pt x="1019937" y="126745"/>
                  </a:lnTo>
                  <a:lnTo>
                    <a:pt x="972565" y="122808"/>
                  </a:lnTo>
                  <a:lnTo>
                    <a:pt x="924559" y="121538"/>
                  </a:lnTo>
                  <a:lnTo>
                    <a:pt x="873505" y="123062"/>
                  </a:lnTo>
                  <a:lnTo>
                    <a:pt x="823213" y="127380"/>
                  </a:lnTo>
                  <a:lnTo>
                    <a:pt x="773683" y="134492"/>
                  </a:lnTo>
                  <a:lnTo>
                    <a:pt x="725296" y="144271"/>
                  </a:lnTo>
                  <a:lnTo>
                    <a:pt x="677798" y="156844"/>
                  </a:lnTo>
                  <a:lnTo>
                    <a:pt x="631316" y="171830"/>
                  </a:lnTo>
                  <a:lnTo>
                    <a:pt x="586104" y="189356"/>
                  </a:lnTo>
                  <a:lnTo>
                    <a:pt x="542163" y="209168"/>
                  </a:lnTo>
                  <a:lnTo>
                    <a:pt x="499490" y="231393"/>
                  </a:lnTo>
                  <a:lnTo>
                    <a:pt x="458215" y="255777"/>
                  </a:lnTo>
                  <a:lnTo>
                    <a:pt x="418464" y="282320"/>
                  </a:lnTo>
                  <a:lnTo>
                    <a:pt x="380364" y="311022"/>
                  </a:lnTo>
                  <a:lnTo>
                    <a:pt x="343788" y="341629"/>
                  </a:lnTo>
                  <a:lnTo>
                    <a:pt x="308990" y="374141"/>
                  </a:lnTo>
                  <a:lnTo>
                    <a:pt x="275970" y="408558"/>
                  </a:lnTo>
                  <a:lnTo>
                    <a:pt x="244982" y="444626"/>
                  </a:lnTo>
                  <a:lnTo>
                    <a:pt x="215772" y="482472"/>
                  </a:lnTo>
                  <a:lnTo>
                    <a:pt x="188721" y="521842"/>
                  </a:lnTo>
                  <a:lnTo>
                    <a:pt x="163829" y="562736"/>
                  </a:lnTo>
                  <a:lnTo>
                    <a:pt x="141096" y="605027"/>
                  </a:lnTo>
                  <a:lnTo>
                    <a:pt x="120650" y="648715"/>
                  </a:lnTo>
                  <a:lnTo>
                    <a:pt x="102615" y="693673"/>
                  </a:lnTo>
                  <a:lnTo>
                    <a:pt x="86994" y="739775"/>
                  </a:lnTo>
                  <a:lnTo>
                    <a:pt x="0" y="622045"/>
                  </a:lnTo>
                  <a:lnTo>
                    <a:pt x="18795" y="578865"/>
                  </a:lnTo>
                  <a:lnTo>
                    <a:pt x="39496" y="536701"/>
                  </a:lnTo>
                  <a:lnTo>
                    <a:pt x="62102" y="495680"/>
                  </a:lnTo>
                  <a:lnTo>
                    <a:pt x="86613" y="455802"/>
                  </a:lnTo>
                  <a:lnTo>
                    <a:pt x="112902" y="417321"/>
                  </a:lnTo>
                  <a:lnTo>
                    <a:pt x="140969" y="380110"/>
                  </a:lnTo>
                  <a:lnTo>
                    <a:pt x="170560" y="344169"/>
                  </a:lnTo>
                  <a:lnTo>
                    <a:pt x="201929" y="309752"/>
                  </a:lnTo>
                  <a:lnTo>
                    <a:pt x="234695" y="276859"/>
                  </a:lnTo>
                  <a:lnTo>
                    <a:pt x="269113" y="245490"/>
                  </a:lnTo>
                  <a:lnTo>
                    <a:pt x="304800" y="215772"/>
                  </a:lnTo>
                  <a:lnTo>
                    <a:pt x="342010" y="187705"/>
                  </a:lnTo>
                  <a:lnTo>
                    <a:pt x="380491" y="161289"/>
                  </a:lnTo>
                  <a:lnTo>
                    <a:pt x="420242" y="136651"/>
                  </a:lnTo>
                  <a:lnTo>
                    <a:pt x="461137" y="113918"/>
                  </a:lnTo>
                  <a:lnTo>
                    <a:pt x="503300" y="93090"/>
                  </a:lnTo>
                  <a:lnTo>
                    <a:pt x="546480" y="74167"/>
                  </a:lnTo>
                  <a:lnTo>
                    <a:pt x="590676" y="57276"/>
                  </a:lnTo>
                  <a:lnTo>
                    <a:pt x="635888" y="42417"/>
                  </a:lnTo>
                  <a:lnTo>
                    <a:pt x="681989" y="29717"/>
                  </a:lnTo>
                  <a:lnTo>
                    <a:pt x="728979" y="19176"/>
                  </a:lnTo>
                  <a:lnTo>
                    <a:pt x="776858" y="10921"/>
                  </a:lnTo>
                  <a:lnTo>
                    <a:pt x="825372" y="4825"/>
                  </a:lnTo>
                  <a:lnTo>
                    <a:pt x="874648" y="1269"/>
                  </a:lnTo>
                  <a:lnTo>
                    <a:pt x="924559" y="0"/>
                  </a:lnTo>
                  <a:close/>
                </a:path>
              </a:pathLst>
            </a:custGeom>
            <a:ln w="22151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4619" y="2017141"/>
              <a:ext cx="2243709" cy="200723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904619" y="2017014"/>
              <a:ext cx="2244090" cy="2007870"/>
            </a:xfrm>
            <a:custGeom>
              <a:avLst/>
              <a:gdLst/>
              <a:ahLst/>
              <a:cxnLst/>
              <a:rect l="l" t="t" r="r" b="b"/>
              <a:pathLst>
                <a:path w="2244090" h="2007870">
                  <a:moveTo>
                    <a:pt x="1003681" y="0"/>
                  </a:moveTo>
                  <a:lnTo>
                    <a:pt x="1055751" y="1396"/>
                  </a:lnTo>
                  <a:lnTo>
                    <a:pt x="1107186" y="5333"/>
                  </a:lnTo>
                  <a:lnTo>
                    <a:pt x="1157858" y="11810"/>
                  </a:lnTo>
                  <a:lnTo>
                    <a:pt x="1207643" y="20827"/>
                  </a:lnTo>
                  <a:lnTo>
                    <a:pt x="1256664" y="32130"/>
                  </a:lnTo>
                  <a:lnTo>
                    <a:pt x="1304670" y="45973"/>
                  </a:lnTo>
                  <a:lnTo>
                    <a:pt x="1351660" y="61975"/>
                  </a:lnTo>
                  <a:lnTo>
                    <a:pt x="1397508" y="80263"/>
                  </a:lnTo>
                  <a:lnTo>
                    <a:pt x="1442339" y="100710"/>
                  </a:lnTo>
                  <a:lnTo>
                    <a:pt x="1485900" y="123189"/>
                  </a:lnTo>
                  <a:lnTo>
                    <a:pt x="1528191" y="147827"/>
                  </a:lnTo>
                  <a:lnTo>
                    <a:pt x="1569084" y="174370"/>
                  </a:lnTo>
                  <a:lnTo>
                    <a:pt x="1608582" y="202818"/>
                  </a:lnTo>
                  <a:lnTo>
                    <a:pt x="1646682" y="233044"/>
                  </a:lnTo>
                  <a:lnTo>
                    <a:pt x="1683258" y="265048"/>
                  </a:lnTo>
                  <a:lnTo>
                    <a:pt x="1718183" y="298830"/>
                  </a:lnTo>
                  <a:lnTo>
                    <a:pt x="1751457" y="334263"/>
                  </a:lnTo>
                  <a:lnTo>
                    <a:pt x="1783080" y="371220"/>
                  </a:lnTo>
                  <a:lnTo>
                    <a:pt x="1812797" y="409701"/>
                  </a:lnTo>
                  <a:lnTo>
                    <a:pt x="1840738" y="449706"/>
                  </a:lnTo>
                  <a:lnTo>
                    <a:pt x="1866645" y="490981"/>
                  </a:lnTo>
                  <a:lnTo>
                    <a:pt x="1890648" y="533653"/>
                  </a:lnTo>
                  <a:lnTo>
                    <a:pt x="1890648" y="532383"/>
                  </a:lnTo>
                  <a:lnTo>
                    <a:pt x="2243835" y="1010284"/>
                  </a:lnTo>
                  <a:lnTo>
                    <a:pt x="1890648" y="1488058"/>
                  </a:lnTo>
                  <a:lnTo>
                    <a:pt x="1890648" y="1473707"/>
                  </a:lnTo>
                  <a:lnTo>
                    <a:pt x="1866645" y="1516379"/>
                  </a:lnTo>
                  <a:lnTo>
                    <a:pt x="1840738" y="1557654"/>
                  </a:lnTo>
                  <a:lnTo>
                    <a:pt x="1812797" y="1597659"/>
                  </a:lnTo>
                  <a:lnTo>
                    <a:pt x="1783080" y="1636140"/>
                  </a:lnTo>
                  <a:lnTo>
                    <a:pt x="1751457" y="1673097"/>
                  </a:lnTo>
                  <a:lnTo>
                    <a:pt x="1718183" y="1708530"/>
                  </a:lnTo>
                  <a:lnTo>
                    <a:pt x="1683258" y="1742312"/>
                  </a:lnTo>
                  <a:lnTo>
                    <a:pt x="1646682" y="1774316"/>
                  </a:lnTo>
                  <a:lnTo>
                    <a:pt x="1608582" y="1804542"/>
                  </a:lnTo>
                  <a:lnTo>
                    <a:pt x="1569084" y="1832990"/>
                  </a:lnTo>
                  <a:lnTo>
                    <a:pt x="1528191" y="1859533"/>
                  </a:lnTo>
                  <a:lnTo>
                    <a:pt x="1485900" y="1884171"/>
                  </a:lnTo>
                  <a:lnTo>
                    <a:pt x="1442339" y="1906650"/>
                  </a:lnTo>
                  <a:lnTo>
                    <a:pt x="1397508" y="1927097"/>
                  </a:lnTo>
                  <a:lnTo>
                    <a:pt x="1351660" y="1945385"/>
                  </a:lnTo>
                  <a:lnTo>
                    <a:pt x="1304670" y="1961387"/>
                  </a:lnTo>
                  <a:lnTo>
                    <a:pt x="1256664" y="1975230"/>
                  </a:lnTo>
                  <a:lnTo>
                    <a:pt x="1207643" y="1986533"/>
                  </a:lnTo>
                  <a:lnTo>
                    <a:pt x="1157858" y="1995550"/>
                  </a:lnTo>
                  <a:lnTo>
                    <a:pt x="1107186" y="2002027"/>
                  </a:lnTo>
                  <a:lnTo>
                    <a:pt x="1055751" y="2005964"/>
                  </a:lnTo>
                  <a:lnTo>
                    <a:pt x="1003681" y="2007361"/>
                  </a:lnTo>
                  <a:lnTo>
                    <a:pt x="955039" y="2006218"/>
                  </a:lnTo>
                  <a:lnTo>
                    <a:pt x="907033" y="2002789"/>
                  </a:lnTo>
                  <a:lnTo>
                    <a:pt x="859663" y="1997074"/>
                  </a:lnTo>
                  <a:lnTo>
                    <a:pt x="812926" y="1989200"/>
                  </a:lnTo>
                  <a:lnTo>
                    <a:pt x="767080" y="1979294"/>
                  </a:lnTo>
                  <a:lnTo>
                    <a:pt x="721868" y="1967229"/>
                  </a:lnTo>
                  <a:lnTo>
                    <a:pt x="677672" y="1953132"/>
                  </a:lnTo>
                  <a:lnTo>
                    <a:pt x="634364" y="1937130"/>
                  </a:lnTo>
                  <a:lnTo>
                    <a:pt x="591947" y="1919223"/>
                  </a:lnTo>
                  <a:lnTo>
                    <a:pt x="550544" y="1899411"/>
                  </a:lnTo>
                  <a:lnTo>
                    <a:pt x="510286" y="1877821"/>
                  </a:lnTo>
                  <a:lnTo>
                    <a:pt x="471169" y="1854580"/>
                  </a:lnTo>
                  <a:lnTo>
                    <a:pt x="433197" y="1829434"/>
                  </a:lnTo>
                  <a:lnTo>
                    <a:pt x="396367" y="1802764"/>
                  </a:lnTo>
                  <a:lnTo>
                    <a:pt x="360933" y="1774570"/>
                  </a:lnTo>
                  <a:lnTo>
                    <a:pt x="326770" y="1744725"/>
                  </a:lnTo>
                  <a:lnTo>
                    <a:pt x="294005" y="1713356"/>
                  </a:lnTo>
                  <a:lnTo>
                    <a:pt x="262636" y="1680590"/>
                  </a:lnTo>
                  <a:lnTo>
                    <a:pt x="232791" y="1646427"/>
                  </a:lnTo>
                  <a:lnTo>
                    <a:pt x="204597" y="1610994"/>
                  </a:lnTo>
                  <a:lnTo>
                    <a:pt x="177800" y="1574164"/>
                  </a:lnTo>
                  <a:lnTo>
                    <a:pt x="152781" y="1536191"/>
                  </a:lnTo>
                  <a:lnTo>
                    <a:pt x="129412" y="1497075"/>
                  </a:lnTo>
                  <a:lnTo>
                    <a:pt x="107823" y="1456816"/>
                  </a:lnTo>
                  <a:lnTo>
                    <a:pt x="88137" y="1415414"/>
                  </a:lnTo>
                  <a:lnTo>
                    <a:pt x="70231" y="1372996"/>
                  </a:lnTo>
                  <a:lnTo>
                    <a:pt x="54101" y="1329689"/>
                  </a:lnTo>
                  <a:lnTo>
                    <a:pt x="40131" y="1285366"/>
                  </a:lnTo>
                  <a:lnTo>
                    <a:pt x="28067" y="1240281"/>
                  </a:lnTo>
                  <a:lnTo>
                    <a:pt x="18161" y="1194434"/>
                  </a:lnTo>
                  <a:lnTo>
                    <a:pt x="10287" y="1147698"/>
                  </a:lnTo>
                  <a:lnTo>
                    <a:pt x="4572" y="1100327"/>
                  </a:lnTo>
                  <a:lnTo>
                    <a:pt x="1143" y="1052321"/>
                  </a:lnTo>
                  <a:lnTo>
                    <a:pt x="0" y="1003680"/>
                  </a:lnTo>
                  <a:lnTo>
                    <a:pt x="1143" y="955039"/>
                  </a:lnTo>
                  <a:lnTo>
                    <a:pt x="4572" y="907033"/>
                  </a:lnTo>
                  <a:lnTo>
                    <a:pt x="10287" y="859663"/>
                  </a:lnTo>
                  <a:lnTo>
                    <a:pt x="18161" y="812926"/>
                  </a:lnTo>
                  <a:lnTo>
                    <a:pt x="28067" y="767079"/>
                  </a:lnTo>
                  <a:lnTo>
                    <a:pt x="40131" y="721867"/>
                  </a:lnTo>
                  <a:lnTo>
                    <a:pt x="54101" y="677671"/>
                  </a:lnTo>
                  <a:lnTo>
                    <a:pt x="70231" y="634364"/>
                  </a:lnTo>
                  <a:lnTo>
                    <a:pt x="88137" y="591946"/>
                  </a:lnTo>
                  <a:lnTo>
                    <a:pt x="107823" y="550544"/>
                  </a:lnTo>
                  <a:lnTo>
                    <a:pt x="129412" y="510285"/>
                  </a:lnTo>
                  <a:lnTo>
                    <a:pt x="152781" y="471169"/>
                  </a:lnTo>
                  <a:lnTo>
                    <a:pt x="177800" y="433196"/>
                  </a:lnTo>
                  <a:lnTo>
                    <a:pt x="204597" y="396366"/>
                  </a:lnTo>
                  <a:lnTo>
                    <a:pt x="232791" y="360933"/>
                  </a:lnTo>
                  <a:lnTo>
                    <a:pt x="262636" y="326770"/>
                  </a:lnTo>
                  <a:lnTo>
                    <a:pt x="294005" y="294004"/>
                  </a:lnTo>
                  <a:lnTo>
                    <a:pt x="326770" y="262635"/>
                  </a:lnTo>
                  <a:lnTo>
                    <a:pt x="360933" y="232790"/>
                  </a:lnTo>
                  <a:lnTo>
                    <a:pt x="396367" y="204596"/>
                  </a:lnTo>
                  <a:lnTo>
                    <a:pt x="433197" y="177800"/>
                  </a:lnTo>
                  <a:lnTo>
                    <a:pt x="471169" y="152780"/>
                  </a:lnTo>
                  <a:lnTo>
                    <a:pt x="510286" y="129412"/>
                  </a:lnTo>
                  <a:lnTo>
                    <a:pt x="550544" y="107822"/>
                  </a:lnTo>
                  <a:lnTo>
                    <a:pt x="591947" y="88137"/>
                  </a:lnTo>
                  <a:lnTo>
                    <a:pt x="634364" y="70230"/>
                  </a:lnTo>
                  <a:lnTo>
                    <a:pt x="677672" y="54101"/>
                  </a:lnTo>
                  <a:lnTo>
                    <a:pt x="721868" y="40131"/>
                  </a:lnTo>
                  <a:lnTo>
                    <a:pt x="767080" y="28066"/>
                  </a:lnTo>
                  <a:lnTo>
                    <a:pt x="812926" y="18160"/>
                  </a:lnTo>
                  <a:lnTo>
                    <a:pt x="859663" y="10286"/>
                  </a:lnTo>
                  <a:lnTo>
                    <a:pt x="907033" y="4571"/>
                  </a:lnTo>
                  <a:lnTo>
                    <a:pt x="955039" y="1142"/>
                  </a:lnTo>
                  <a:lnTo>
                    <a:pt x="1003681" y="0"/>
                  </a:lnTo>
                  <a:close/>
                </a:path>
                <a:path w="2244090" h="2007870">
                  <a:moveTo>
                    <a:pt x="1003681" y="122300"/>
                  </a:moveTo>
                  <a:lnTo>
                    <a:pt x="955294" y="123570"/>
                  </a:lnTo>
                  <a:lnTo>
                    <a:pt x="907669" y="127507"/>
                  </a:lnTo>
                  <a:lnTo>
                    <a:pt x="860679" y="133857"/>
                  </a:lnTo>
                  <a:lnTo>
                    <a:pt x="814578" y="142620"/>
                  </a:lnTo>
                  <a:lnTo>
                    <a:pt x="769366" y="153796"/>
                  </a:lnTo>
                  <a:lnTo>
                    <a:pt x="725043" y="167258"/>
                  </a:lnTo>
                  <a:lnTo>
                    <a:pt x="681863" y="182879"/>
                  </a:lnTo>
                  <a:lnTo>
                    <a:pt x="639699" y="200786"/>
                  </a:lnTo>
                  <a:lnTo>
                    <a:pt x="598678" y="220725"/>
                  </a:lnTo>
                  <a:lnTo>
                    <a:pt x="558800" y="242569"/>
                  </a:lnTo>
                  <a:lnTo>
                    <a:pt x="520319" y="266572"/>
                  </a:lnTo>
                  <a:lnTo>
                    <a:pt x="483107" y="292353"/>
                  </a:lnTo>
                  <a:lnTo>
                    <a:pt x="447420" y="319913"/>
                  </a:lnTo>
                  <a:lnTo>
                    <a:pt x="413131" y="349376"/>
                  </a:lnTo>
                  <a:lnTo>
                    <a:pt x="380492" y="380491"/>
                  </a:lnTo>
                  <a:lnTo>
                    <a:pt x="349376" y="413130"/>
                  </a:lnTo>
                  <a:lnTo>
                    <a:pt x="320039" y="447420"/>
                  </a:lnTo>
                  <a:lnTo>
                    <a:pt x="292354" y="483107"/>
                  </a:lnTo>
                  <a:lnTo>
                    <a:pt x="266573" y="520318"/>
                  </a:lnTo>
                  <a:lnTo>
                    <a:pt x="242569" y="558800"/>
                  </a:lnTo>
                  <a:lnTo>
                    <a:pt x="220725" y="598677"/>
                  </a:lnTo>
                  <a:lnTo>
                    <a:pt x="200787" y="639698"/>
                  </a:lnTo>
                  <a:lnTo>
                    <a:pt x="182880" y="681863"/>
                  </a:lnTo>
                  <a:lnTo>
                    <a:pt x="167258" y="725042"/>
                  </a:lnTo>
                  <a:lnTo>
                    <a:pt x="153797" y="769365"/>
                  </a:lnTo>
                  <a:lnTo>
                    <a:pt x="142620" y="814577"/>
                  </a:lnTo>
                  <a:lnTo>
                    <a:pt x="133857" y="860678"/>
                  </a:lnTo>
                  <a:lnTo>
                    <a:pt x="127507" y="907668"/>
                  </a:lnTo>
                  <a:lnTo>
                    <a:pt x="123570" y="955293"/>
                  </a:lnTo>
                  <a:lnTo>
                    <a:pt x="122300" y="1003680"/>
                  </a:lnTo>
                  <a:lnTo>
                    <a:pt x="123570" y="1052067"/>
                  </a:lnTo>
                  <a:lnTo>
                    <a:pt x="127507" y="1099692"/>
                  </a:lnTo>
                  <a:lnTo>
                    <a:pt x="133857" y="1146682"/>
                  </a:lnTo>
                  <a:lnTo>
                    <a:pt x="142620" y="1192783"/>
                  </a:lnTo>
                  <a:lnTo>
                    <a:pt x="153797" y="1237995"/>
                  </a:lnTo>
                  <a:lnTo>
                    <a:pt x="167258" y="1282191"/>
                  </a:lnTo>
                  <a:lnTo>
                    <a:pt x="182880" y="1325498"/>
                  </a:lnTo>
                  <a:lnTo>
                    <a:pt x="200787" y="1367662"/>
                  </a:lnTo>
                  <a:lnTo>
                    <a:pt x="220725" y="1408683"/>
                  </a:lnTo>
                  <a:lnTo>
                    <a:pt x="242569" y="1448561"/>
                  </a:lnTo>
                  <a:lnTo>
                    <a:pt x="266573" y="1487042"/>
                  </a:lnTo>
                  <a:lnTo>
                    <a:pt x="292354" y="1524253"/>
                  </a:lnTo>
                  <a:lnTo>
                    <a:pt x="320039" y="1559940"/>
                  </a:lnTo>
                  <a:lnTo>
                    <a:pt x="349376" y="1594230"/>
                  </a:lnTo>
                  <a:lnTo>
                    <a:pt x="380492" y="1626869"/>
                  </a:lnTo>
                  <a:lnTo>
                    <a:pt x="413131" y="1657984"/>
                  </a:lnTo>
                  <a:lnTo>
                    <a:pt x="447420" y="1687321"/>
                  </a:lnTo>
                  <a:lnTo>
                    <a:pt x="483107" y="1715007"/>
                  </a:lnTo>
                  <a:lnTo>
                    <a:pt x="520319" y="1740788"/>
                  </a:lnTo>
                  <a:lnTo>
                    <a:pt x="558800" y="1764664"/>
                  </a:lnTo>
                  <a:lnTo>
                    <a:pt x="598678" y="1786635"/>
                  </a:lnTo>
                  <a:lnTo>
                    <a:pt x="639699" y="1806574"/>
                  </a:lnTo>
                  <a:lnTo>
                    <a:pt x="681863" y="1824481"/>
                  </a:lnTo>
                  <a:lnTo>
                    <a:pt x="725043" y="1840102"/>
                  </a:lnTo>
                  <a:lnTo>
                    <a:pt x="769366" y="1853564"/>
                  </a:lnTo>
                  <a:lnTo>
                    <a:pt x="814578" y="1864740"/>
                  </a:lnTo>
                  <a:lnTo>
                    <a:pt x="860679" y="1873503"/>
                  </a:lnTo>
                  <a:lnTo>
                    <a:pt x="907669" y="1879853"/>
                  </a:lnTo>
                  <a:lnTo>
                    <a:pt x="955294" y="1883790"/>
                  </a:lnTo>
                  <a:lnTo>
                    <a:pt x="1003681" y="1885060"/>
                  </a:lnTo>
                  <a:lnTo>
                    <a:pt x="1052068" y="1883790"/>
                  </a:lnTo>
                  <a:lnTo>
                    <a:pt x="1099693" y="1879853"/>
                  </a:lnTo>
                  <a:lnTo>
                    <a:pt x="1146683" y="1873503"/>
                  </a:lnTo>
                  <a:lnTo>
                    <a:pt x="1192783" y="1864740"/>
                  </a:lnTo>
                  <a:lnTo>
                    <a:pt x="1237995" y="1853564"/>
                  </a:lnTo>
                  <a:lnTo>
                    <a:pt x="1282319" y="1840102"/>
                  </a:lnTo>
                  <a:lnTo>
                    <a:pt x="1325499" y="1824481"/>
                  </a:lnTo>
                  <a:lnTo>
                    <a:pt x="1367663" y="1806574"/>
                  </a:lnTo>
                  <a:lnTo>
                    <a:pt x="1408683" y="1786635"/>
                  </a:lnTo>
                  <a:lnTo>
                    <a:pt x="1448561" y="1764664"/>
                  </a:lnTo>
                  <a:lnTo>
                    <a:pt x="1487043" y="1740788"/>
                  </a:lnTo>
                  <a:lnTo>
                    <a:pt x="1524254" y="1715007"/>
                  </a:lnTo>
                  <a:lnTo>
                    <a:pt x="1559941" y="1687321"/>
                  </a:lnTo>
                  <a:lnTo>
                    <a:pt x="1594231" y="1657984"/>
                  </a:lnTo>
                  <a:lnTo>
                    <a:pt x="1626870" y="1626869"/>
                  </a:lnTo>
                  <a:lnTo>
                    <a:pt x="1657984" y="1594230"/>
                  </a:lnTo>
                  <a:lnTo>
                    <a:pt x="1687321" y="1559940"/>
                  </a:lnTo>
                  <a:lnTo>
                    <a:pt x="1715008" y="1524253"/>
                  </a:lnTo>
                  <a:lnTo>
                    <a:pt x="1740789" y="1487042"/>
                  </a:lnTo>
                  <a:lnTo>
                    <a:pt x="1764665" y="1448561"/>
                  </a:lnTo>
                  <a:lnTo>
                    <a:pt x="1786635" y="1408683"/>
                  </a:lnTo>
                  <a:lnTo>
                    <a:pt x="1806575" y="1367662"/>
                  </a:lnTo>
                  <a:lnTo>
                    <a:pt x="1824482" y="1325498"/>
                  </a:lnTo>
                  <a:lnTo>
                    <a:pt x="1840103" y="1282191"/>
                  </a:lnTo>
                  <a:lnTo>
                    <a:pt x="1853565" y="1237995"/>
                  </a:lnTo>
                  <a:lnTo>
                    <a:pt x="1864741" y="1192783"/>
                  </a:lnTo>
                  <a:lnTo>
                    <a:pt x="1873504" y="1146682"/>
                  </a:lnTo>
                  <a:lnTo>
                    <a:pt x="1879854" y="1099692"/>
                  </a:lnTo>
                  <a:lnTo>
                    <a:pt x="1883791" y="1052067"/>
                  </a:lnTo>
                  <a:lnTo>
                    <a:pt x="1885060" y="1003680"/>
                  </a:lnTo>
                  <a:lnTo>
                    <a:pt x="1883791" y="955293"/>
                  </a:lnTo>
                  <a:lnTo>
                    <a:pt x="1879854" y="907668"/>
                  </a:lnTo>
                  <a:lnTo>
                    <a:pt x="1873504" y="860678"/>
                  </a:lnTo>
                  <a:lnTo>
                    <a:pt x="1864741" y="814577"/>
                  </a:lnTo>
                  <a:lnTo>
                    <a:pt x="1853565" y="769365"/>
                  </a:lnTo>
                  <a:lnTo>
                    <a:pt x="1840103" y="725042"/>
                  </a:lnTo>
                  <a:lnTo>
                    <a:pt x="1824482" y="681863"/>
                  </a:lnTo>
                  <a:lnTo>
                    <a:pt x="1806575" y="639698"/>
                  </a:lnTo>
                  <a:lnTo>
                    <a:pt x="1786635" y="598677"/>
                  </a:lnTo>
                  <a:lnTo>
                    <a:pt x="1764665" y="558800"/>
                  </a:lnTo>
                  <a:lnTo>
                    <a:pt x="1740789" y="520318"/>
                  </a:lnTo>
                  <a:lnTo>
                    <a:pt x="1715008" y="483107"/>
                  </a:lnTo>
                  <a:lnTo>
                    <a:pt x="1687321" y="447420"/>
                  </a:lnTo>
                  <a:lnTo>
                    <a:pt x="1657984" y="413130"/>
                  </a:lnTo>
                  <a:lnTo>
                    <a:pt x="1626870" y="380491"/>
                  </a:lnTo>
                  <a:lnTo>
                    <a:pt x="1594231" y="349376"/>
                  </a:lnTo>
                  <a:lnTo>
                    <a:pt x="1559941" y="319913"/>
                  </a:lnTo>
                  <a:lnTo>
                    <a:pt x="1524254" y="292353"/>
                  </a:lnTo>
                  <a:lnTo>
                    <a:pt x="1487043" y="266572"/>
                  </a:lnTo>
                  <a:lnTo>
                    <a:pt x="1448561" y="242569"/>
                  </a:lnTo>
                  <a:lnTo>
                    <a:pt x="1408683" y="220725"/>
                  </a:lnTo>
                  <a:lnTo>
                    <a:pt x="1367663" y="200786"/>
                  </a:lnTo>
                  <a:lnTo>
                    <a:pt x="1325499" y="182879"/>
                  </a:lnTo>
                  <a:lnTo>
                    <a:pt x="1282319" y="167258"/>
                  </a:lnTo>
                  <a:lnTo>
                    <a:pt x="1237995" y="153796"/>
                  </a:lnTo>
                  <a:lnTo>
                    <a:pt x="1192783" y="142620"/>
                  </a:lnTo>
                  <a:lnTo>
                    <a:pt x="1146683" y="133857"/>
                  </a:lnTo>
                  <a:lnTo>
                    <a:pt x="1099693" y="127507"/>
                  </a:lnTo>
                  <a:lnTo>
                    <a:pt x="1052068" y="123570"/>
                  </a:lnTo>
                  <a:lnTo>
                    <a:pt x="1003681" y="122300"/>
                  </a:lnTo>
                  <a:close/>
                </a:path>
              </a:pathLst>
            </a:custGeom>
            <a:ln w="22151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592946" y="3102991"/>
              <a:ext cx="151130" cy="52705"/>
            </a:xfrm>
            <a:custGeom>
              <a:avLst/>
              <a:gdLst/>
              <a:ahLst/>
              <a:cxnLst/>
              <a:rect l="l" t="t" r="r" b="b"/>
              <a:pathLst>
                <a:path w="151129" h="52705">
                  <a:moveTo>
                    <a:pt x="150875" y="0"/>
                  </a:moveTo>
                  <a:lnTo>
                    <a:pt x="116712" y="22098"/>
                  </a:lnTo>
                  <a:lnTo>
                    <a:pt x="79248" y="36702"/>
                  </a:lnTo>
                  <a:lnTo>
                    <a:pt x="35178" y="47243"/>
                  </a:lnTo>
                  <a:lnTo>
                    <a:pt x="11302" y="50800"/>
                  </a:lnTo>
                  <a:lnTo>
                    <a:pt x="0" y="52196"/>
                  </a:lnTo>
                </a:path>
              </a:pathLst>
            </a:custGeom>
            <a:ln w="22575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38336" y="2966891"/>
              <a:ext cx="217360" cy="7945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8384159" y="3017266"/>
              <a:ext cx="361950" cy="261620"/>
            </a:xfrm>
            <a:custGeom>
              <a:avLst/>
              <a:gdLst/>
              <a:ahLst/>
              <a:cxnLst/>
              <a:rect l="l" t="t" r="r" b="b"/>
              <a:pathLst>
                <a:path w="361950" h="261620">
                  <a:moveTo>
                    <a:pt x="117856" y="17652"/>
                  </a:moveTo>
                  <a:lnTo>
                    <a:pt x="92456" y="15620"/>
                  </a:lnTo>
                  <a:lnTo>
                    <a:pt x="68834" y="13080"/>
                  </a:lnTo>
                  <a:lnTo>
                    <a:pt x="46609" y="10159"/>
                  </a:lnTo>
                  <a:lnTo>
                    <a:pt x="25400" y="6603"/>
                  </a:lnTo>
                  <a:lnTo>
                    <a:pt x="0" y="0"/>
                  </a:lnTo>
                </a:path>
                <a:path w="361950" h="261620">
                  <a:moveTo>
                    <a:pt x="361569" y="177291"/>
                  </a:moveTo>
                  <a:lnTo>
                    <a:pt x="341757" y="219074"/>
                  </a:lnTo>
                  <a:lnTo>
                    <a:pt x="299974" y="240156"/>
                  </a:lnTo>
                  <a:lnTo>
                    <a:pt x="252984" y="252983"/>
                  </a:lnTo>
                  <a:lnTo>
                    <a:pt x="212471" y="259587"/>
                  </a:lnTo>
                  <a:lnTo>
                    <a:pt x="195580" y="261238"/>
                  </a:lnTo>
                </a:path>
              </a:pathLst>
            </a:custGeom>
            <a:ln w="22575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98560" y="3151505"/>
              <a:ext cx="157848" cy="134873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309990" y="2771013"/>
              <a:ext cx="436245" cy="423545"/>
            </a:xfrm>
            <a:custGeom>
              <a:avLst/>
              <a:gdLst/>
              <a:ahLst/>
              <a:cxnLst/>
              <a:rect l="l" t="t" r="r" b="b"/>
              <a:pathLst>
                <a:path w="436245" h="423544">
                  <a:moveTo>
                    <a:pt x="0" y="107823"/>
                  </a:moveTo>
                  <a:lnTo>
                    <a:pt x="0" y="93726"/>
                  </a:lnTo>
                  <a:lnTo>
                    <a:pt x="126" y="81153"/>
                  </a:lnTo>
                  <a:lnTo>
                    <a:pt x="24510" y="35941"/>
                  </a:lnTo>
                  <a:lnTo>
                    <a:pt x="65277" y="17780"/>
                  </a:lnTo>
                  <a:lnTo>
                    <a:pt x="112522" y="7239"/>
                  </a:lnTo>
                  <a:lnTo>
                    <a:pt x="159384" y="2286"/>
                  </a:lnTo>
                  <a:lnTo>
                    <a:pt x="203580" y="127"/>
                  </a:lnTo>
                  <a:lnTo>
                    <a:pt x="223647" y="0"/>
                  </a:lnTo>
                  <a:lnTo>
                    <a:pt x="243331" y="381"/>
                  </a:lnTo>
                  <a:lnTo>
                    <a:pt x="287654" y="3175"/>
                  </a:lnTo>
                  <a:lnTo>
                    <a:pt x="337057" y="10287"/>
                  </a:lnTo>
                  <a:lnTo>
                    <a:pt x="374523" y="19685"/>
                  </a:lnTo>
                  <a:lnTo>
                    <a:pt x="409701" y="35179"/>
                  </a:lnTo>
                  <a:lnTo>
                    <a:pt x="434848" y="64516"/>
                  </a:lnTo>
                  <a:lnTo>
                    <a:pt x="435609" y="98425"/>
                  </a:lnTo>
                  <a:lnTo>
                    <a:pt x="435736" y="119507"/>
                  </a:lnTo>
                </a:path>
                <a:path w="436245" h="423544">
                  <a:moveTo>
                    <a:pt x="435736" y="330708"/>
                  </a:moveTo>
                  <a:lnTo>
                    <a:pt x="435736" y="423545"/>
                  </a:lnTo>
                </a:path>
                <a:path w="436245" h="423544">
                  <a:moveTo>
                    <a:pt x="435609" y="206121"/>
                  </a:moveTo>
                  <a:lnTo>
                    <a:pt x="433831" y="331978"/>
                  </a:lnTo>
                </a:path>
                <a:path w="436245" h="423544">
                  <a:moveTo>
                    <a:pt x="435609" y="86741"/>
                  </a:moveTo>
                  <a:lnTo>
                    <a:pt x="414527" y="101981"/>
                  </a:lnTo>
                  <a:lnTo>
                    <a:pt x="392049" y="114046"/>
                  </a:lnTo>
                  <a:lnTo>
                    <a:pt x="368045" y="123062"/>
                  </a:lnTo>
                  <a:lnTo>
                    <a:pt x="342645" y="128905"/>
                  </a:lnTo>
                </a:path>
              </a:pathLst>
            </a:custGeom>
            <a:ln w="22575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98434" y="3089348"/>
              <a:ext cx="305727" cy="7980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309864" y="2859786"/>
              <a:ext cx="436245" cy="421005"/>
            </a:xfrm>
            <a:custGeom>
              <a:avLst/>
              <a:gdLst/>
              <a:ahLst/>
              <a:cxnLst/>
              <a:rect l="l" t="t" r="r" b="b"/>
              <a:pathLst>
                <a:path w="436245" h="421004">
                  <a:moveTo>
                    <a:pt x="269875" y="418719"/>
                  </a:moveTo>
                  <a:lnTo>
                    <a:pt x="236219" y="420497"/>
                  </a:lnTo>
                  <a:lnTo>
                    <a:pt x="202564" y="420624"/>
                  </a:lnTo>
                  <a:lnTo>
                    <a:pt x="169036" y="418973"/>
                  </a:lnTo>
                  <a:lnTo>
                    <a:pt x="135254" y="415290"/>
                  </a:lnTo>
                </a:path>
                <a:path w="436245" h="421004">
                  <a:moveTo>
                    <a:pt x="0" y="303022"/>
                  </a:moveTo>
                  <a:lnTo>
                    <a:pt x="126" y="19050"/>
                  </a:lnTo>
                </a:path>
                <a:path w="436245" h="421004">
                  <a:moveTo>
                    <a:pt x="239775" y="175260"/>
                  </a:moveTo>
                  <a:lnTo>
                    <a:pt x="192150" y="175133"/>
                  </a:lnTo>
                </a:path>
                <a:path w="436245" h="421004">
                  <a:moveTo>
                    <a:pt x="435863" y="30734"/>
                  </a:moveTo>
                  <a:lnTo>
                    <a:pt x="434593" y="118363"/>
                  </a:lnTo>
                </a:path>
                <a:path w="436245" h="421004">
                  <a:moveTo>
                    <a:pt x="74294" y="157225"/>
                  </a:moveTo>
                  <a:lnTo>
                    <a:pt x="53975" y="150875"/>
                  </a:lnTo>
                  <a:lnTo>
                    <a:pt x="34797" y="142112"/>
                  </a:lnTo>
                  <a:lnTo>
                    <a:pt x="16890" y="130937"/>
                  </a:lnTo>
                  <a:lnTo>
                    <a:pt x="253" y="117475"/>
                  </a:lnTo>
                </a:path>
                <a:path w="436245" h="421004">
                  <a:moveTo>
                    <a:pt x="342900" y="40512"/>
                  </a:moveTo>
                  <a:lnTo>
                    <a:pt x="294004" y="48768"/>
                  </a:lnTo>
                  <a:lnTo>
                    <a:pt x="245236" y="53086"/>
                  </a:lnTo>
                  <a:lnTo>
                    <a:pt x="196468" y="53594"/>
                  </a:lnTo>
                  <a:lnTo>
                    <a:pt x="147574" y="49911"/>
                  </a:lnTo>
                  <a:lnTo>
                    <a:pt x="98805" y="42163"/>
                  </a:lnTo>
                </a:path>
                <a:path w="436245" h="421004">
                  <a:moveTo>
                    <a:pt x="98805" y="41783"/>
                  </a:moveTo>
                  <a:lnTo>
                    <a:pt x="72262" y="35941"/>
                  </a:lnTo>
                  <a:lnTo>
                    <a:pt x="46862" y="27050"/>
                  </a:lnTo>
                  <a:lnTo>
                    <a:pt x="22859" y="14986"/>
                  </a:lnTo>
                  <a:lnTo>
                    <a:pt x="126" y="0"/>
                  </a:lnTo>
                </a:path>
              </a:pathLst>
            </a:custGeom>
            <a:ln w="22575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16928" y="2836904"/>
              <a:ext cx="66885" cy="8180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6504940" y="2771013"/>
              <a:ext cx="392430" cy="510540"/>
            </a:xfrm>
            <a:custGeom>
              <a:avLst/>
              <a:gdLst/>
              <a:ahLst/>
              <a:cxnLst/>
              <a:rect l="l" t="t" r="r" b="b"/>
              <a:pathLst>
                <a:path w="392429" h="510539">
                  <a:moveTo>
                    <a:pt x="128142" y="9398"/>
                  </a:moveTo>
                  <a:lnTo>
                    <a:pt x="140461" y="4826"/>
                  </a:lnTo>
                  <a:lnTo>
                    <a:pt x="148589" y="2032"/>
                  </a:lnTo>
                  <a:lnTo>
                    <a:pt x="153924" y="635"/>
                  </a:lnTo>
                  <a:lnTo>
                    <a:pt x="157987" y="0"/>
                  </a:lnTo>
                  <a:lnTo>
                    <a:pt x="163829" y="254"/>
                  </a:lnTo>
                  <a:lnTo>
                    <a:pt x="169036" y="1397"/>
                  </a:lnTo>
                  <a:lnTo>
                    <a:pt x="182371" y="6350"/>
                  </a:lnTo>
                </a:path>
                <a:path w="392429" h="510539">
                  <a:moveTo>
                    <a:pt x="392302" y="137922"/>
                  </a:moveTo>
                  <a:lnTo>
                    <a:pt x="389000" y="189992"/>
                  </a:lnTo>
                  <a:lnTo>
                    <a:pt x="383539" y="229997"/>
                  </a:lnTo>
                  <a:lnTo>
                    <a:pt x="362838" y="304419"/>
                  </a:lnTo>
                  <a:lnTo>
                    <a:pt x="341756" y="348107"/>
                  </a:lnTo>
                  <a:lnTo>
                    <a:pt x="320420" y="380492"/>
                  </a:lnTo>
                  <a:lnTo>
                    <a:pt x="294131" y="412242"/>
                  </a:lnTo>
                  <a:lnTo>
                    <a:pt x="259714" y="445643"/>
                  </a:lnTo>
                  <a:lnTo>
                    <a:pt x="223774" y="474472"/>
                  </a:lnTo>
                  <a:lnTo>
                    <a:pt x="179704" y="502285"/>
                  </a:lnTo>
                  <a:lnTo>
                    <a:pt x="157733" y="510032"/>
                  </a:lnTo>
                  <a:lnTo>
                    <a:pt x="151510" y="509143"/>
                  </a:lnTo>
                  <a:lnTo>
                    <a:pt x="97154" y="477012"/>
                  </a:lnTo>
                  <a:lnTo>
                    <a:pt x="45592" y="435102"/>
                  </a:lnTo>
                  <a:lnTo>
                    <a:pt x="20954" y="410591"/>
                  </a:lnTo>
                  <a:lnTo>
                    <a:pt x="0" y="385445"/>
                  </a:lnTo>
                </a:path>
              </a:pathLst>
            </a:custGeom>
            <a:ln w="22589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16928" y="2896120"/>
              <a:ext cx="391833" cy="271767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6472554" y="2780411"/>
              <a:ext cx="160655" cy="67945"/>
            </a:xfrm>
            <a:custGeom>
              <a:avLst/>
              <a:gdLst/>
              <a:ahLst/>
              <a:cxnLst/>
              <a:rect l="l" t="t" r="r" b="b"/>
              <a:pathLst>
                <a:path w="160654" h="67944">
                  <a:moveTo>
                    <a:pt x="0" y="67691"/>
                  </a:moveTo>
                  <a:lnTo>
                    <a:pt x="160527" y="0"/>
                  </a:lnTo>
                </a:path>
              </a:pathLst>
            </a:custGeom>
            <a:ln w="22589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76009" y="2766110"/>
              <a:ext cx="233540" cy="15400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798441" y="2771013"/>
              <a:ext cx="241300" cy="509905"/>
            </a:xfrm>
            <a:custGeom>
              <a:avLst/>
              <a:gdLst/>
              <a:ahLst/>
              <a:cxnLst/>
              <a:rect l="l" t="t" r="r" b="b"/>
              <a:pathLst>
                <a:path w="241300" h="509904">
                  <a:moveTo>
                    <a:pt x="228600" y="241935"/>
                  </a:moveTo>
                  <a:lnTo>
                    <a:pt x="238251" y="200660"/>
                  </a:lnTo>
                  <a:lnTo>
                    <a:pt x="238251" y="191897"/>
                  </a:lnTo>
                  <a:lnTo>
                    <a:pt x="237871" y="183134"/>
                  </a:lnTo>
                  <a:lnTo>
                    <a:pt x="226060" y="141478"/>
                  </a:lnTo>
                  <a:lnTo>
                    <a:pt x="201422" y="110109"/>
                  </a:lnTo>
                  <a:lnTo>
                    <a:pt x="176657" y="90551"/>
                  </a:lnTo>
                  <a:lnTo>
                    <a:pt x="174371" y="88392"/>
                  </a:lnTo>
                  <a:lnTo>
                    <a:pt x="172593" y="85979"/>
                  </a:lnTo>
                  <a:lnTo>
                    <a:pt x="171069" y="80264"/>
                  </a:lnTo>
                  <a:lnTo>
                    <a:pt x="169163" y="72262"/>
                  </a:lnTo>
                  <a:lnTo>
                    <a:pt x="167132" y="64008"/>
                  </a:lnTo>
                  <a:lnTo>
                    <a:pt x="146938" y="28956"/>
                  </a:lnTo>
                  <a:lnTo>
                    <a:pt x="113919" y="8001"/>
                  </a:lnTo>
                  <a:lnTo>
                    <a:pt x="76581" y="0"/>
                  </a:lnTo>
                  <a:lnTo>
                    <a:pt x="69469" y="508"/>
                  </a:lnTo>
                  <a:lnTo>
                    <a:pt x="28701" y="13462"/>
                  </a:lnTo>
                  <a:lnTo>
                    <a:pt x="7112" y="31750"/>
                  </a:lnTo>
                  <a:lnTo>
                    <a:pt x="126" y="39370"/>
                  </a:lnTo>
                </a:path>
                <a:path w="241300" h="509904">
                  <a:moveTo>
                    <a:pt x="228600" y="241935"/>
                  </a:moveTo>
                  <a:lnTo>
                    <a:pt x="240537" y="283718"/>
                  </a:lnTo>
                  <a:lnTo>
                    <a:pt x="240919" y="292735"/>
                  </a:lnTo>
                  <a:lnTo>
                    <a:pt x="240664" y="302260"/>
                  </a:lnTo>
                  <a:lnTo>
                    <a:pt x="231267" y="342900"/>
                  </a:lnTo>
                  <a:lnTo>
                    <a:pt x="204088" y="379603"/>
                  </a:lnTo>
                  <a:lnTo>
                    <a:pt x="187198" y="393065"/>
                  </a:lnTo>
                  <a:lnTo>
                    <a:pt x="182880" y="397002"/>
                  </a:lnTo>
                  <a:lnTo>
                    <a:pt x="181483" y="399288"/>
                  </a:lnTo>
                  <a:lnTo>
                    <a:pt x="180594" y="401828"/>
                  </a:lnTo>
                  <a:lnTo>
                    <a:pt x="178562" y="412115"/>
                  </a:lnTo>
                  <a:lnTo>
                    <a:pt x="176530" y="421132"/>
                  </a:lnTo>
                  <a:lnTo>
                    <a:pt x="157480" y="463296"/>
                  </a:lnTo>
                  <a:lnTo>
                    <a:pt x="129032" y="491363"/>
                  </a:lnTo>
                  <a:lnTo>
                    <a:pt x="89408" y="507492"/>
                  </a:lnTo>
                  <a:lnTo>
                    <a:pt x="75057" y="509397"/>
                  </a:lnTo>
                  <a:lnTo>
                    <a:pt x="66294" y="508889"/>
                  </a:lnTo>
                  <a:lnTo>
                    <a:pt x="29718" y="498094"/>
                  </a:lnTo>
                  <a:lnTo>
                    <a:pt x="5714" y="474853"/>
                  </a:lnTo>
                  <a:lnTo>
                    <a:pt x="0" y="466852"/>
                  </a:lnTo>
                </a:path>
              </a:pathLst>
            </a:custGeom>
            <a:ln w="22570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15814" y="2759682"/>
              <a:ext cx="193941" cy="123090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4557522" y="3012948"/>
              <a:ext cx="241300" cy="267970"/>
            </a:xfrm>
            <a:custGeom>
              <a:avLst/>
              <a:gdLst/>
              <a:ahLst/>
              <a:cxnLst/>
              <a:rect l="l" t="t" r="r" b="b"/>
              <a:pathLst>
                <a:path w="241300" h="267970">
                  <a:moveTo>
                    <a:pt x="240918" y="224917"/>
                  </a:moveTo>
                  <a:lnTo>
                    <a:pt x="211200" y="256667"/>
                  </a:lnTo>
                  <a:lnTo>
                    <a:pt x="169163" y="267589"/>
                  </a:lnTo>
                  <a:lnTo>
                    <a:pt x="160400" y="266700"/>
                  </a:lnTo>
                  <a:lnTo>
                    <a:pt x="120141" y="254254"/>
                  </a:lnTo>
                  <a:lnTo>
                    <a:pt x="89153" y="228092"/>
                  </a:lnTo>
                  <a:lnTo>
                    <a:pt x="68833" y="193675"/>
                  </a:lnTo>
                  <a:lnTo>
                    <a:pt x="60705" y="157861"/>
                  </a:lnTo>
                  <a:lnTo>
                    <a:pt x="59181" y="154812"/>
                  </a:lnTo>
                  <a:lnTo>
                    <a:pt x="56261" y="152019"/>
                  </a:lnTo>
                  <a:lnTo>
                    <a:pt x="46481" y="145287"/>
                  </a:lnTo>
                  <a:lnTo>
                    <a:pt x="41020" y="140588"/>
                  </a:lnTo>
                  <a:lnTo>
                    <a:pt x="12826" y="107061"/>
                  </a:lnTo>
                  <a:lnTo>
                    <a:pt x="635" y="69596"/>
                  </a:lnTo>
                  <a:lnTo>
                    <a:pt x="0" y="51308"/>
                  </a:lnTo>
                  <a:lnTo>
                    <a:pt x="380" y="41783"/>
                  </a:lnTo>
                  <a:lnTo>
                    <a:pt x="1142" y="33147"/>
                  </a:lnTo>
                  <a:lnTo>
                    <a:pt x="3048" y="25781"/>
                  </a:lnTo>
                  <a:lnTo>
                    <a:pt x="5587" y="17780"/>
                  </a:lnTo>
                  <a:lnTo>
                    <a:pt x="8889" y="9271"/>
                  </a:lnTo>
                  <a:lnTo>
                    <a:pt x="12700" y="0"/>
                  </a:lnTo>
                </a:path>
              </a:pathLst>
            </a:custGeom>
            <a:ln w="22570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49394" y="2847426"/>
              <a:ext cx="88215" cy="122468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798441" y="2810383"/>
              <a:ext cx="635" cy="427990"/>
            </a:xfrm>
            <a:custGeom>
              <a:avLst/>
              <a:gdLst/>
              <a:ahLst/>
              <a:cxnLst/>
              <a:rect l="l" t="t" r="r" b="b"/>
              <a:pathLst>
                <a:path w="635" h="427989">
                  <a:moveTo>
                    <a:pt x="254" y="0"/>
                  </a:moveTo>
                  <a:lnTo>
                    <a:pt x="0" y="427481"/>
                  </a:lnTo>
                </a:path>
              </a:pathLst>
            </a:custGeom>
            <a:ln w="22570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16704" y="2860178"/>
              <a:ext cx="100307" cy="11073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80229" y="2974846"/>
              <a:ext cx="106403" cy="120524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560697" y="2958592"/>
              <a:ext cx="9525" cy="54610"/>
            </a:xfrm>
            <a:custGeom>
              <a:avLst/>
              <a:gdLst/>
              <a:ahLst/>
              <a:cxnLst/>
              <a:rect l="l" t="t" r="r" b="b"/>
              <a:pathLst>
                <a:path w="9525" h="54610">
                  <a:moveTo>
                    <a:pt x="0" y="0"/>
                  </a:moveTo>
                  <a:lnTo>
                    <a:pt x="9525" y="54355"/>
                  </a:lnTo>
                </a:path>
              </a:pathLst>
            </a:custGeom>
            <a:ln w="22570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668905" y="2855595"/>
              <a:ext cx="509905" cy="340360"/>
            </a:xfrm>
            <a:custGeom>
              <a:avLst/>
              <a:gdLst/>
              <a:ahLst/>
              <a:cxnLst/>
              <a:rect l="l" t="t" r="r" b="b"/>
              <a:pathLst>
                <a:path w="509905" h="340360">
                  <a:moveTo>
                    <a:pt x="24764" y="0"/>
                  </a:moveTo>
                  <a:lnTo>
                    <a:pt x="484505" y="0"/>
                  </a:lnTo>
                  <a:lnTo>
                    <a:pt x="487806" y="0"/>
                  </a:lnTo>
                  <a:lnTo>
                    <a:pt x="490981" y="635"/>
                  </a:lnTo>
                  <a:lnTo>
                    <a:pt x="509396" y="21589"/>
                  </a:lnTo>
                  <a:lnTo>
                    <a:pt x="509396" y="24891"/>
                  </a:lnTo>
                  <a:lnTo>
                    <a:pt x="509396" y="315467"/>
                  </a:lnTo>
                  <a:lnTo>
                    <a:pt x="509396" y="318770"/>
                  </a:lnTo>
                  <a:lnTo>
                    <a:pt x="508762" y="321945"/>
                  </a:lnTo>
                  <a:lnTo>
                    <a:pt x="494030" y="338454"/>
                  </a:lnTo>
                  <a:lnTo>
                    <a:pt x="490981" y="339725"/>
                  </a:lnTo>
                  <a:lnTo>
                    <a:pt x="487806" y="340360"/>
                  </a:lnTo>
                  <a:lnTo>
                    <a:pt x="484505" y="340360"/>
                  </a:lnTo>
                  <a:lnTo>
                    <a:pt x="24764" y="340360"/>
                  </a:lnTo>
                  <a:lnTo>
                    <a:pt x="21462" y="340360"/>
                  </a:lnTo>
                  <a:lnTo>
                    <a:pt x="18287" y="339725"/>
                  </a:lnTo>
                  <a:lnTo>
                    <a:pt x="15239" y="338454"/>
                  </a:lnTo>
                  <a:lnTo>
                    <a:pt x="12192" y="337185"/>
                  </a:lnTo>
                  <a:lnTo>
                    <a:pt x="0" y="318770"/>
                  </a:lnTo>
                  <a:lnTo>
                    <a:pt x="0" y="315467"/>
                  </a:lnTo>
                  <a:lnTo>
                    <a:pt x="0" y="24891"/>
                  </a:lnTo>
                  <a:lnTo>
                    <a:pt x="0" y="21589"/>
                  </a:lnTo>
                  <a:lnTo>
                    <a:pt x="634" y="18414"/>
                  </a:lnTo>
                  <a:lnTo>
                    <a:pt x="21462" y="0"/>
                  </a:lnTo>
                  <a:lnTo>
                    <a:pt x="24764" y="0"/>
                  </a:lnTo>
                  <a:close/>
                </a:path>
              </a:pathLst>
            </a:custGeom>
            <a:ln w="22635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23641" y="2907576"/>
              <a:ext cx="397078" cy="236308"/>
            </a:xfrm>
            <a:prstGeom prst="rect">
              <a:avLst/>
            </a:prstGeom>
          </p:spPr>
        </p:pic>
      </p:grpSp>
      <p:pic>
        <p:nvPicPr>
          <p:cNvPr id="33" name="object 33" descr="">
            <a:hlinkClick r:id="rId17"/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579609" y="5915657"/>
            <a:ext cx="1746503" cy="417195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534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105"/>
              </a:spcBef>
            </a:pPr>
            <a:r>
              <a:rPr dirty="0" sz="3450" spc="-300"/>
              <a:t>How</a:t>
            </a:r>
            <a:r>
              <a:rPr dirty="0" sz="3450" spc="-365"/>
              <a:t> </a:t>
            </a:r>
            <a:r>
              <a:rPr dirty="0" sz="3450" spc="-190"/>
              <a:t>It</a:t>
            </a:r>
            <a:r>
              <a:rPr dirty="0" sz="3450" spc="-340"/>
              <a:t> </a:t>
            </a:r>
            <a:r>
              <a:rPr dirty="0" sz="3450" spc="-280"/>
              <a:t>Works</a:t>
            </a:r>
            <a:endParaRPr sz="3450"/>
          </a:p>
        </p:txBody>
      </p:sp>
      <p:sp>
        <p:nvSpPr>
          <p:cNvPr id="35" name="object 35" descr=""/>
          <p:cNvSpPr txBox="1"/>
          <p:nvPr/>
        </p:nvSpPr>
        <p:spPr>
          <a:xfrm>
            <a:off x="606348" y="1429639"/>
            <a:ext cx="848296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5">
                <a:solidFill>
                  <a:srgbClr val="EBECEF"/>
                </a:solidFill>
                <a:latin typeface="Verdana"/>
                <a:cs typeface="Verdana"/>
              </a:rPr>
              <a:t>From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input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BECEF"/>
                </a:solidFill>
                <a:latin typeface="Verdana"/>
                <a:cs typeface="Verdana"/>
              </a:rPr>
              <a:t>to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EBECEF"/>
                </a:solidFill>
                <a:latin typeface="Verdana"/>
                <a:cs typeface="Verdana"/>
              </a:rPr>
              <a:t>insight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4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EBECEF"/>
                </a:solidFill>
                <a:latin typeface="Verdana"/>
                <a:cs typeface="Verdana"/>
              </a:rPr>
              <a:t>the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system</a:t>
            </a:r>
            <a:r>
              <a:rPr dirty="0" sz="1400" spc="-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EBECEF"/>
                </a:solidFill>
                <a:latin typeface="Verdana"/>
                <a:cs typeface="Verdana"/>
              </a:rPr>
              <a:t>processes</a:t>
            </a:r>
            <a:r>
              <a:rPr dirty="0" sz="1400" spc="-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each</a:t>
            </a: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BECEF"/>
                </a:solidFill>
                <a:latin typeface="Verdana"/>
                <a:cs typeface="Verdana"/>
              </a:rPr>
              <a:t>transaction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through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a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EBECEF"/>
                </a:solidFill>
                <a:latin typeface="Verdana"/>
                <a:cs typeface="Verdana"/>
              </a:rPr>
              <a:t>streamlined,</a:t>
            </a:r>
            <a:r>
              <a:rPr dirty="0" sz="1400" spc="-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BECEF"/>
                </a:solidFill>
                <a:latin typeface="Verdana"/>
                <a:cs typeface="Verdana"/>
              </a:rPr>
              <a:t>intelligent</a:t>
            </a:r>
            <a:r>
              <a:rPr dirty="0" sz="1400" spc="-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pipeline.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347086" y="4610227"/>
            <a:ext cx="11537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 b="1">
                <a:solidFill>
                  <a:srgbClr val="EBECEF"/>
                </a:solidFill>
                <a:latin typeface="Tahoma"/>
                <a:cs typeface="Tahoma"/>
              </a:rPr>
              <a:t>User</a:t>
            </a:r>
            <a:r>
              <a:rPr dirty="0" sz="1800" spc="-15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800" spc="-95" b="1">
                <a:solidFill>
                  <a:srgbClr val="EBECEF"/>
                </a:solidFill>
                <a:latin typeface="Tahoma"/>
                <a:cs typeface="Tahoma"/>
              </a:rPr>
              <a:t>Input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225290" y="4610227"/>
            <a:ext cx="1197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4" b="1">
                <a:solidFill>
                  <a:srgbClr val="EBECEF"/>
                </a:solidFill>
                <a:latin typeface="Tahoma"/>
                <a:cs typeface="Tahoma"/>
              </a:rPr>
              <a:t>AI</a:t>
            </a:r>
            <a:r>
              <a:rPr dirty="0" sz="1800" spc="-16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800" spc="-35" b="1">
                <a:solidFill>
                  <a:srgbClr val="EBECEF"/>
                </a:solidFill>
                <a:latin typeface="Tahoma"/>
                <a:cs typeface="Tahoma"/>
              </a:rPr>
              <a:t>Analysis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996432" y="4427093"/>
            <a:ext cx="138049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marR="5080" indent="-613410">
              <a:lnSpc>
                <a:spcPct val="1112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EBECEF"/>
                </a:solidFill>
                <a:latin typeface="Tahoma"/>
                <a:cs typeface="Tahoma"/>
              </a:rPr>
              <a:t>Classificatio </a:t>
            </a:r>
            <a:r>
              <a:rPr dirty="0" sz="1800" spc="-50" b="1">
                <a:solidFill>
                  <a:srgbClr val="EBECEF"/>
                </a:solidFill>
                <a:latin typeface="Tahoma"/>
                <a:cs typeface="Tahoma"/>
              </a:rPr>
              <a:t>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7819770" y="4610227"/>
            <a:ext cx="1502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EBECEF"/>
                </a:solidFill>
                <a:latin typeface="Tahoma"/>
                <a:cs typeface="Tahoma"/>
              </a:rPr>
              <a:t>Store</a:t>
            </a:r>
            <a:r>
              <a:rPr dirty="0" sz="1800" spc="-17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EBECEF"/>
                </a:solidFill>
                <a:latin typeface="Tahoma"/>
                <a:cs typeface="Tahoma"/>
              </a:rPr>
              <a:t>Results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06348" y="5686755"/>
            <a:ext cx="913765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Every</a:t>
            </a:r>
            <a:r>
              <a:rPr dirty="0" sz="1400" spc="-80">
                <a:solidFill>
                  <a:srgbClr val="EBECEF"/>
                </a:solidFill>
                <a:latin typeface="Verdana"/>
                <a:cs typeface="Verdana"/>
              </a:rPr>
              <a:t> transaction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is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evaluated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BECEF"/>
                </a:solidFill>
                <a:latin typeface="Verdana"/>
                <a:cs typeface="Verdana"/>
              </a:rPr>
              <a:t>in</a:t>
            </a:r>
            <a:r>
              <a:rPr dirty="0" sz="1400" spc="-8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seconds,</a:t>
            </a:r>
            <a:r>
              <a:rPr dirty="0" sz="1400" spc="-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EBECEF"/>
                </a:solidFill>
                <a:latin typeface="Verdana"/>
                <a:cs typeface="Verdana"/>
              </a:rPr>
              <a:t>with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BECEF"/>
                </a:solidFill>
                <a:latin typeface="Verdana"/>
                <a:cs typeface="Verdana"/>
              </a:rPr>
              <a:t>results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logged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EBECEF"/>
                </a:solidFill>
                <a:latin typeface="Verdana"/>
                <a:cs typeface="Verdana"/>
              </a:rPr>
              <a:t>surfaced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BECEF"/>
                </a:solidFill>
                <a:latin typeface="Verdana"/>
                <a:cs typeface="Verdana"/>
              </a:rPr>
              <a:t>instantly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on</a:t>
            </a:r>
            <a:r>
              <a:rPr dirty="0" sz="1400" spc="-8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EBECEF"/>
                </a:solidFill>
                <a:latin typeface="Verdana"/>
                <a:cs typeface="Verdana"/>
              </a:rPr>
              <a:t>the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EBECEF"/>
                </a:solidFill>
                <a:latin typeface="Verdana"/>
                <a:cs typeface="Verdana"/>
              </a:rPr>
              <a:t>dashboard</a:t>
            </a: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BECEF"/>
                </a:solidFill>
                <a:latin typeface="Verdana"/>
                <a:cs typeface="Verdana"/>
              </a:rPr>
              <a:t>for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review.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9523094" y="5931077"/>
            <a:ext cx="1918970" cy="528320"/>
            <a:chOff x="9523094" y="5931077"/>
            <a:chExt cx="1918970" cy="528320"/>
          </a:xfrm>
        </p:grpSpPr>
        <p:pic>
          <p:nvPicPr>
            <p:cNvPr id="42" name="object 4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35794" y="5943777"/>
              <a:ext cx="1893570" cy="502742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9535794" y="5943777"/>
              <a:ext cx="1893570" cy="502920"/>
            </a:xfrm>
            <a:custGeom>
              <a:avLst/>
              <a:gdLst/>
              <a:ahLst/>
              <a:cxnLst/>
              <a:rect l="l" t="t" r="r" b="b"/>
              <a:pathLst>
                <a:path w="1893570" h="502920">
                  <a:moveTo>
                    <a:pt x="1893570" y="502742"/>
                  </a:moveTo>
                  <a:lnTo>
                    <a:pt x="1893570" y="0"/>
                  </a:lnTo>
                  <a:lnTo>
                    <a:pt x="0" y="0"/>
                  </a:lnTo>
                  <a:lnTo>
                    <a:pt x="0" y="502742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2446020"/>
            <a:ext cx="1044676" cy="64579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19450" y="2446020"/>
            <a:ext cx="1044676" cy="64579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9300" y="2446020"/>
            <a:ext cx="1044676" cy="64579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9625" y="2446020"/>
            <a:ext cx="1044676" cy="64579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6348" y="1499692"/>
            <a:ext cx="5693410" cy="55308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50" spc="-65"/>
              <a:t>Key</a:t>
            </a:r>
            <a:r>
              <a:rPr dirty="0" sz="3450" spc="-450"/>
              <a:t> </a:t>
            </a:r>
            <a:r>
              <a:rPr dirty="0" sz="3450" spc="-95"/>
              <a:t>Features</a:t>
            </a:r>
            <a:r>
              <a:rPr dirty="0" sz="3450" spc="-420"/>
              <a:t> </a:t>
            </a:r>
            <a:r>
              <a:rPr dirty="0" sz="3450"/>
              <a:t>&amp;</a:t>
            </a:r>
            <a:r>
              <a:rPr dirty="0" sz="3450" spc="-409"/>
              <a:t> </a:t>
            </a:r>
            <a:r>
              <a:rPr dirty="0" sz="3450" spc="-75"/>
              <a:t>Advantages</a:t>
            </a:r>
            <a:endParaRPr sz="3450"/>
          </a:p>
        </p:txBody>
      </p:sp>
      <p:sp>
        <p:nvSpPr>
          <p:cNvPr id="7" name="object 7" descr=""/>
          <p:cNvSpPr txBox="1"/>
          <p:nvPr/>
        </p:nvSpPr>
        <p:spPr>
          <a:xfrm>
            <a:off x="606348" y="3270046"/>
            <a:ext cx="2372995" cy="1419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63575">
              <a:lnSpc>
                <a:spcPct val="111000"/>
              </a:lnSpc>
              <a:spcBef>
                <a:spcPts val="95"/>
              </a:spcBef>
            </a:pPr>
            <a:r>
              <a:rPr dirty="0" sz="1750" spc="-95" b="1">
                <a:solidFill>
                  <a:srgbClr val="EBECEF"/>
                </a:solidFill>
                <a:latin typeface="Tahoma"/>
                <a:cs typeface="Tahoma"/>
              </a:rPr>
              <a:t>Real-</a:t>
            </a:r>
            <a:r>
              <a:rPr dirty="0" sz="1750" spc="-75" b="1">
                <a:solidFill>
                  <a:srgbClr val="EBECEF"/>
                </a:solidFill>
                <a:latin typeface="Tahoma"/>
                <a:cs typeface="Tahoma"/>
              </a:rPr>
              <a:t>Time</a:t>
            </a:r>
            <a:r>
              <a:rPr dirty="0" sz="1750" spc="-204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65" b="1">
                <a:solidFill>
                  <a:srgbClr val="EBECEF"/>
                </a:solidFill>
                <a:latin typeface="Tahoma"/>
                <a:cs typeface="Tahoma"/>
              </a:rPr>
              <a:t>Fraud </a:t>
            </a:r>
            <a:r>
              <a:rPr dirty="0" sz="1750" spc="-10" b="1">
                <a:solidFill>
                  <a:srgbClr val="EBECEF"/>
                </a:solidFill>
                <a:latin typeface="Tahoma"/>
                <a:cs typeface="Tahoma"/>
              </a:rPr>
              <a:t>Detection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07900"/>
              </a:lnSpc>
              <a:spcBef>
                <a:spcPts val="880"/>
              </a:spcBef>
            </a:pP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Transactions</a:t>
            </a:r>
            <a:r>
              <a:rPr dirty="0" sz="1400" spc="-1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are</a:t>
            </a:r>
            <a:r>
              <a:rPr dirty="0" sz="1400" spc="-9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analyzed </a:t>
            </a: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instantly,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EBECEF"/>
                </a:solidFill>
                <a:latin typeface="Verdana"/>
                <a:cs typeface="Verdana"/>
              </a:rPr>
              <a:t>enabling</a:t>
            </a:r>
            <a:r>
              <a:rPr dirty="0" sz="1400" spc="-7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BECEF"/>
                </a:solidFill>
                <a:latin typeface="Verdana"/>
                <a:cs typeface="Verdana"/>
              </a:rPr>
              <a:t>immediate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action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on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suspicious</a:t>
            </a:r>
            <a:r>
              <a:rPr dirty="0" sz="1400" spc="-17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activity.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09925" y="3298952"/>
            <a:ext cx="2261235" cy="1104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45" b="1">
                <a:solidFill>
                  <a:srgbClr val="EBECEF"/>
                </a:solidFill>
                <a:latin typeface="Tahoma"/>
                <a:cs typeface="Tahoma"/>
              </a:rPr>
              <a:t>Secure</a:t>
            </a:r>
            <a:r>
              <a:rPr dirty="0" sz="1750" spc="-13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20" b="1">
                <a:solidFill>
                  <a:srgbClr val="EBECEF"/>
                </a:solidFill>
                <a:latin typeface="Tahoma"/>
                <a:cs typeface="Tahoma"/>
              </a:rPr>
              <a:t>Login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07200"/>
              </a:lnSpc>
              <a:spcBef>
                <a:spcPts val="990"/>
              </a:spcBef>
            </a:pP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JWT-</a:t>
            </a:r>
            <a:r>
              <a:rPr dirty="0" sz="1400" spc="-30">
                <a:solidFill>
                  <a:srgbClr val="EBECEF"/>
                </a:solidFill>
                <a:latin typeface="Verdana"/>
                <a:cs typeface="Verdana"/>
              </a:rPr>
              <a:t>based</a:t>
            </a:r>
            <a:r>
              <a:rPr dirty="0" sz="1400" spc="-9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BECEF"/>
                </a:solidFill>
                <a:latin typeface="Verdana"/>
                <a:cs typeface="Verdana"/>
              </a:rPr>
              <a:t>authentication </a:t>
            </a: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ensures</a:t>
            </a:r>
            <a:r>
              <a:rPr dirty="0" sz="1400" spc="-1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only</a:t>
            </a:r>
            <a:r>
              <a:rPr dirty="0" sz="1400" spc="-1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authorized </a:t>
            </a:r>
            <a:r>
              <a:rPr dirty="0" sz="1400" spc="-95">
                <a:solidFill>
                  <a:srgbClr val="EBECEF"/>
                </a:solidFill>
                <a:latin typeface="Verdana"/>
                <a:cs typeface="Verdana"/>
              </a:rPr>
              <a:t>users</a:t>
            </a:r>
            <a:r>
              <a:rPr dirty="0" sz="1400" spc="-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access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BECEF"/>
                </a:solidFill>
                <a:latin typeface="Verdana"/>
                <a:cs typeface="Verdana"/>
              </a:rPr>
              <a:t>sensitive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data.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16600" y="3298952"/>
            <a:ext cx="2366010" cy="1104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 b="1">
                <a:solidFill>
                  <a:srgbClr val="EBECEF"/>
                </a:solidFill>
                <a:latin typeface="Tahoma"/>
                <a:cs typeface="Tahoma"/>
              </a:rPr>
              <a:t>Risk</a:t>
            </a:r>
            <a:r>
              <a:rPr dirty="0" sz="1750" spc="-204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30" b="1">
                <a:solidFill>
                  <a:srgbClr val="EBECEF"/>
                </a:solidFill>
                <a:latin typeface="Tahoma"/>
                <a:cs typeface="Tahoma"/>
              </a:rPr>
              <a:t>Score</a:t>
            </a:r>
            <a:r>
              <a:rPr dirty="0" sz="1750" spc="-18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40" b="1">
                <a:solidFill>
                  <a:srgbClr val="EBECEF"/>
                </a:solidFill>
                <a:latin typeface="Tahoma"/>
                <a:cs typeface="Tahoma"/>
              </a:rPr>
              <a:t>Generatio</a:t>
            </a:r>
            <a:r>
              <a:rPr dirty="0" sz="1750" spc="-40" b="1">
                <a:solidFill>
                  <a:srgbClr val="EBECEF"/>
                </a:solidFill>
                <a:latin typeface="Tahoma"/>
                <a:cs typeface="Tahoma"/>
              </a:rPr>
              <a:t>n</a:t>
            </a:r>
            <a:endParaRPr sz="1750">
              <a:latin typeface="Tahoma"/>
              <a:cs typeface="Tahoma"/>
            </a:endParaRPr>
          </a:p>
          <a:p>
            <a:pPr algn="just" marL="12700" marR="13335">
              <a:lnSpc>
                <a:spcPct val="107200"/>
              </a:lnSpc>
              <a:spcBef>
                <a:spcPts val="990"/>
              </a:spcBef>
            </a:pP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Each</a:t>
            </a:r>
            <a:r>
              <a:rPr dirty="0" sz="1400" spc="-7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EBECEF"/>
                </a:solidFill>
                <a:latin typeface="Verdana"/>
                <a:cs typeface="Verdana"/>
              </a:rPr>
              <a:t>transaction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receives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a </a:t>
            </a:r>
            <a:r>
              <a:rPr dirty="0" sz="1400" spc="-95">
                <a:solidFill>
                  <a:srgbClr val="EBECEF"/>
                </a:solidFill>
                <a:latin typeface="Verdana"/>
                <a:cs typeface="Verdana"/>
              </a:rPr>
              <a:t>clear,</a:t>
            </a:r>
            <a:r>
              <a:rPr dirty="0" sz="1400" spc="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interpretable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EBECEF"/>
                </a:solidFill>
                <a:latin typeface="Verdana"/>
                <a:cs typeface="Verdana"/>
              </a:rPr>
              <a:t>risk</a:t>
            </a:r>
            <a:r>
              <a:rPr dirty="0" sz="1400" spc="-1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score </a:t>
            </a:r>
            <a:r>
              <a:rPr dirty="0" sz="1400" spc="-25">
                <a:solidFill>
                  <a:srgbClr val="EBECEF"/>
                </a:solidFill>
                <a:latin typeface="Verdana"/>
                <a:cs typeface="Verdana"/>
              </a:rPr>
              <a:t>to</a:t>
            </a:r>
            <a:r>
              <a:rPr dirty="0" sz="1400" spc="-1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guide</a:t>
            </a:r>
            <a:r>
              <a:rPr dirty="0" sz="140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decision-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making.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417432" y="3270046"/>
            <a:ext cx="2329815" cy="1647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68655">
              <a:lnSpc>
                <a:spcPct val="111000"/>
              </a:lnSpc>
              <a:spcBef>
                <a:spcPts val="95"/>
              </a:spcBef>
            </a:pPr>
            <a:r>
              <a:rPr dirty="0" sz="1750" spc="-55" b="1">
                <a:solidFill>
                  <a:srgbClr val="EBECEF"/>
                </a:solidFill>
                <a:latin typeface="Tahoma"/>
                <a:cs typeface="Tahoma"/>
              </a:rPr>
              <a:t>Faster,</a:t>
            </a:r>
            <a:r>
              <a:rPr dirty="0" sz="1750" spc="-19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750" spc="-50" b="1">
                <a:solidFill>
                  <a:srgbClr val="EBECEF"/>
                </a:solidFill>
                <a:latin typeface="Tahoma"/>
                <a:cs typeface="Tahoma"/>
              </a:rPr>
              <a:t>Efficient </a:t>
            </a:r>
            <a:r>
              <a:rPr dirty="0" sz="1750" spc="-10" b="1">
                <a:solidFill>
                  <a:srgbClr val="EBECEF"/>
                </a:solidFill>
                <a:latin typeface="Tahoma"/>
                <a:cs typeface="Tahoma"/>
              </a:rPr>
              <a:t>Monitoring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07700"/>
              </a:lnSpc>
              <a:spcBef>
                <a:spcPts val="885"/>
              </a:spcBef>
            </a:pPr>
            <a:r>
              <a:rPr dirty="0" sz="1400" spc="-105">
                <a:solidFill>
                  <a:srgbClr val="EBECEF"/>
                </a:solidFill>
                <a:latin typeface="Verdana"/>
                <a:cs typeface="Verdana"/>
              </a:rPr>
              <a:t>Automated</a:t>
            </a:r>
            <a:r>
              <a:rPr dirty="0" sz="140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BECEF"/>
                </a:solidFill>
                <a:latin typeface="Verdana"/>
                <a:cs typeface="Verdana"/>
              </a:rPr>
              <a:t>analysis</a:t>
            </a:r>
            <a:r>
              <a:rPr dirty="0" sz="1400" spc="-1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replaces 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slow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EBECEF"/>
                </a:solidFill>
                <a:latin typeface="Verdana"/>
                <a:cs typeface="Verdana"/>
              </a:rPr>
              <a:t>manual</a:t>
            </a:r>
            <a:r>
              <a:rPr dirty="0" sz="1400" spc="-8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reviews,</a:t>
            </a:r>
            <a:r>
              <a:rPr dirty="0" sz="1400" spc="-9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BECEF"/>
                </a:solidFill>
                <a:latin typeface="Verdana"/>
                <a:cs typeface="Verdana"/>
              </a:rPr>
              <a:t>freeing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teams</a:t>
            </a:r>
            <a:r>
              <a:rPr dirty="0" sz="1400" spc="-1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to</a:t>
            </a:r>
            <a:r>
              <a:rPr dirty="0" sz="1400" spc="-1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focus</a:t>
            </a:r>
            <a:r>
              <a:rPr dirty="0" sz="1400" spc="-1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EBECEF"/>
                </a:solidFill>
                <a:latin typeface="Verdana"/>
                <a:cs typeface="Verdana"/>
              </a:rPr>
              <a:t>on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high- </a:t>
            </a: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priority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alerts.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9490075" y="5865317"/>
            <a:ext cx="1952625" cy="594360"/>
            <a:chOff x="9490075" y="5865317"/>
            <a:chExt cx="1952625" cy="594360"/>
          </a:xfrm>
        </p:grpSpPr>
        <p:pic>
          <p:nvPicPr>
            <p:cNvPr id="12" name="object 12" descr="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80244" y="5922262"/>
              <a:ext cx="1746503" cy="41680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02775" y="5878017"/>
              <a:ext cx="1927225" cy="56850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9502775" y="5878017"/>
              <a:ext cx="1927225" cy="568960"/>
            </a:xfrm>
            <a:custGeom>
              <a:avLst/>
              <a:gdLst/>
              <a:ahLst/>
              <a:cxnLst/>
              <a:rect l="l" t="t" r="r" b="b"/>
              <a:pathLst>
                <a:path w="1927225" h="568960">
                  <a:moveTo>
                    <a:pt x="1927225" y="0"/>
                  </a:moveTo>
                  <a:lnTo>
                    <a:pt x="0" y="0"/>
                  </a:lnTo>
                  <a:lnTo>
                    <a:pt x="0" y="568502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1350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dirty="0" spc="-105"/>
              <a:t>Future</a:t>
            </a:r>
            <a:r>
              <a:rPr dirty="0" spc="-330"/>
              <a:t> </a:t>
            </a:r>
            <a:r>
              <a:rPr dirty="0" spc="-10"/>
              <a:t>Scope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7204" y="1201038"/>
            <a:ext cx="5812155" cy="442785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442595">
              <a:lnSpc>
                <a:spcPts val="1340"/>
              </a:lnSpc>
              <a:spcBef>
                <a:spcPts val="180"/>
              </a:spcBef>
            </a:pP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The</a:t>
            </a:r>
            <a:r>
              <a:rPr dirty="0" sz="115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roadmap</a:t>
            </a:r>
            <a:r>
              <a:rPr dirty="0" sz="115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extends</a:t>
            </a:r>
            <a:r>
              <a:rPr dirty="0" sz="115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0">
                <a:solidFill>
                  <a:srgbClr val="EBECEF"/>
                </a:solidFill>
                <a:latin typeface="Verdana"/>
                <a:cs typeface="Verdana"/>
              </a:rPr>
              <a:t>the</a:t>
            </a:r>
            <a:r>
              <a:rPr dirty="0" sz="115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system's</a:t>
            </a:r>
            <a:r>
              <a:rPr dirty="0" sz="115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capabilities</a:t>
            </a:r>
            <a:r>
              <a:rPr dirty="0" sz="115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from</a:t>
            </a:r>
            <a:r>
              <a:rPr dirty="0" sz="1150" spc="-1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>
                <a:solidFill>
                  <a:srgbClr val="EBECEF"/>
                </a:solidFill>
                <a:latin typeface="Verdana"/>
                <a:cs typeface="Verdana"/>
              </a:rPr>
              <a:t>a</a:t>
            </a:r>
            <a:r>
              <a:rPr dirty="0" sz="115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standalone</a:t>
            </a:r>
            <a:r>
              <a:rPr dirty="0" sz="1150" spc="-10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tool</a:t>
            </a:r>
            <a:r>
              <a:rPr dirty="0" sz="115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25">
                <a:solidFill>
                  <a:srgbClr val="EBECEF"/>
                </a:solidFill>
                <a:latin typeface="Verdana"/>
                <a:cs typeface="Verdana"/>
              </a:rPr>
              <a:t>to</a:t>
            </a:r>
            <a:r>
              <a:rPr dirty="0" sz="115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>
                <a:solidFill>
                  <a:srgbClr val="EBECEF"/>
                </a:solidFill>
                <a:latin typeface="Verdana"/>
                <a:cs typeface="Verdana"/>
              </a:rPr>
              <a:t>a</a:t>
            </a:r>
            <a:r>
              <a:rPr dirty="0" sz="115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10">
                <a:solidFill>
                  <a:srgbClr val="EBECEF"/>
                </a:solidFill>
                <a:latin typeface="Verdana"/>
                <a:cs typeface="Verdana"/>
              </a:rPr>
              <a:t>fully </a:t>
            </a:r>
            <a:r>
              <a:rPr dirty="0" sz="1150" spc="-30">
                <a:solidFill>
                  <a:srgbClr val="EBECEF"/>
                </a:solidFill>
                <a:latin typeface="Verdana"/>
                <a:cs typeface="Verdana"/>
              </a:rPr>
              <a:t>integrated</a:t>
            </a:r>
            <a:r>
              <a:rPr dirty="0" sz="1150" spc="-9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25">
                <a:solidFill>
                  <a:srgbClr val="EBECEF"/>
                </a:solidFill>
                <a:latin typeface="Verdana"/>
                <a:cs typeface="Verdana"/>
              </a:rPr>
              <a:t>financial</a:t>
            </a:r>
            <a:r>
              <a:rPr dirty="0" sz="1150" spc="-9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25">
                <a:solidFill>
                  <a:srgbClr val="EBECEF"/>
                </a:solidFill>
                <a:latin typeface="Verdana"/>
                <a:cs typeface="Verdana"/>
              </a:rPr>
              <a:t>security</a:t>
            </a:r>
            <a:r>
              <a:rPr dirty="0" sz="1150" spc="-10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10">
                <a:solidFill>
                  <a:srgbClr val="EBECEF"/>
                </a:solidFill>
                <a:latin typeface="Verdana"/>
                <a:cs typeface="Verdana"/>
              </a:rPr>
              <a:t>platform.</a:t>
            </a: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150">
              <a:latin typeface="Verdana"/>
              <a:cs typeface="Verdana"/>
            </a:endParaRPr>
          </a:p>
          <a:p>
            <a:pPr marL="728345">
              <a:lnSpc>
                <a:spcPct val="100000"/>
              </a:lnSpc>
            </a:pPr>
            <a:r>
              <a:rPr dirty="0" sz="1450" spc="-80" b="1">
                <a:solidFill>
                  <a:srgbClr val="EBECEF"/>
                </a:solidFill>
                <a:latin typeface="Tahoma"/>
                <a:cs typeface="Tahoma"/>
              </a:rPr>
              <a:t>Banking</a:t>
            </a:r>
            <a:r>
              <a:rPr dirty="0" sz="1450" spc="-12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50" spc="-60" b="1">
                <a:solidFill>
                  <a:srgbClr val="EBECEF"/>
                </a:solidFill>
                <a:latin typeface="Tahoma"/>
                <a:cs typeface="Tahoma"/>
              </a:rPr>
              <a:t>API</a:t>
            </a:r>
            <a:r>
              <a:rPr dirty="0" sz="1450" spc="-15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EBECEF"/>
                </a:solidFill>
                <a:latin typeface="Tahoma"/>
                <a:cs typeface="Tahoma"/>
              </a:rPr>
              <a:t>Integration</a:t>
            </a:r>
            <a:endParaRPr sz="1450">
              <a:latin typeface="Tahoma"/>
              <a:cs typeface="Tahoma"/>
            </a:endParaRPr>
          </a:p>
          <a:p>
            <a:pPr marL="728345" marR="462280">
              <a:lnSpc>
                <a:spcPct val="102600"/>
              </a:lnSpc>
              <a:spcBef>
                <a:spcPts val="615"/>
              </a:spcBef>
            </a:pP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Connect</a:t>
            </a:r>
            <a:r>
              <a:rPr dirty="0" sz="1150" spc="-9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directly</a:t>
            </a:r>
            <a:r>
              <a:rPr dirty="0" sz="1150" spc="-10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35">
                <a:solidFill>
                  <a:srgbClr val="EBECEF"/>
                </a:solidFill>
                <a:latin typeface="Verdana"/>
                <a:cs typeface="Verdana"/>
              </a:rPr>
              <a:t>with</a:t>
            </a:r>
            <a:r>
              <a:rPr dirty="0" sz="1150" spc="-10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banking</a:t>
            </a:r>
            <a:r>
              <a:rPr dirty="0" sz="1150" spc="-9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systems</a:t>
            </a:r>
            <a:r>
              <a:rPr dirty="0" sz="1150" spc="-9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35">
                <a:solidFill>
                  <a:srgbClr val="EBECEF"/>
                </a:solidFill>
                <a:latin typeface="Verdana"/>
                <a:cs typeface="Verdana"/>
              </a:rPr>
              <a:t>for</a:t>
            </a:r>
            <a:r>
              <a:rPr dirty="0" sz="115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0">
                <a:solidFill>
                  <a:srgbClr val="EBECEF"/>
                </a:solidFill>
                <a:latin typeface="Verdana"/>
                <a:cs typeface="Verdana"/>
              </a:rPr>
              <a:t>live</a:t>
            </a:r>
            <a:r>
              <a:rPr dirty="0" sz="1150" spc="-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transaction</a:t>
            </a:r>
            <a:r>
              <a:rPr dirty="0" sz="1150" spc="-10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feeds</a:t>
            </a:r>
            <a:r>
              <a:rPr dirty="0" sz="1150" spc="-10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25">
                <a:solidFill>
                  <a:srgbClr val="EBECEF"/>
                </a:solidFill>
                <a:latin typeface="Verdana"/>
                <a:cs typeface="Verdana"/>
              </a:rPr>
              <a:t>and </a:t>
            </a:r>
            <a:r>
              <a:rPr dirty="0" sz="1150">
                <a:solidFill>
                  <a:srgbClr val="EBECEF"/>
                </a:solidFill>
                <a:latin typeface="Verdana"/>
                <a:cs typeface="Verdana"/>
              </a:rPr>
              <a:t>enriched</a:t>
            </a:r>
            <a:r>
              <a:rPr dirty="0" sz="1150" spc="-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20">
                <a:solidFill>
                  <a:srgbClr val="EBECEF"/>
                </a:solidFill>
                <a:latin typeface="Verdana"/>
                <a:cs typeface="Verdana"/>
              </a:rPr>
              <a:t>data.</a:t>
            </a: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150">
              <a:latin typeface="Verdana"/>
              <a:cs typeface="Verdana"/>
            </a:endParaRPr>
          </a:p>
          <a:p>
            <a:pPr marL="728345">
              <a:lnSpc>
                <a:spcPct val="100000"/>
              </a:lnSpc>
            </a:pPr>
            <a:r>
              <a:rPr dirty="0" sz="1450" spc="-35" b="1">
                <a:solidFill>
                  <a:srgbClr val="EBECEF"/>
                </a:solidFill>
                <a:latin typeface="Tahoma"/>
                <a:cs typeface="Tahoma"/>
              </a:rPr>
              <a:t>Advanced</a:t>
            </a:r>
            <a:r>
              <a:rPr dirty="0" sz="1450" spc="-9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EBECEF"/>
                </a:solidFill>
                <a:latin typeface="Tahoma"/>
                <a:cs typeface="Tahoma"/>
              </a:rPr>
              <a:t>ML</a:t>
            </a:r>
            <a:r>
              <a:rPr dirty="0" sz="1450" spc="-114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EBECEF"/>
                </a:solidFill>
                <a:latin typeface="Tahoma"/>
                <a:cs typeface="Tahoma"/>
              </a:rPr>
              <a:t>Models</a:t>
            </a:r>
            <a:endParaRPr sz="1450">
              <a:latin typeface="Tahoma"/>
              <a:cs typeface="Tahoma"/>
            </a:endParaRPr>
          </a:p>
          <a:p>
            <a:pPr marL="728345" marR="200025">
              <a:lnSpc>
                <a:spcPts val="1340"/>
              </a:lnSpc>
              <a:spcBef>
                <a:spcPts val="725"/>
              </a:spcBef>
            </a:pPr>
            <a:r>
              <a:rPr dirty="0" sz="1150" spc="-55">
                <a:solidFill>
                  <a:srgbClr val="EBECEF"/>
                </a:solidFill>
                <a:latin typeface="Verdana"/>
                <a:cs typeface="Verdana"/>
              </a:rPr>
              <a:t>Upgrade</a:t>
            </a:r>
            <a:r>
              <a:rPr dirty="0" sz="1150" spc="-9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25">
                <a:solidFill>
                  <a:srgbClr val="EBECEF"/>
                </a:solidFill>
                <a:latin typeface="Verdana"/>
                <a:cs typeface="Verdana"/>
              </a:rPr>
              <a:t>to</a:t>
            </a:r>
            <a:r>
              <a:rPr dirty="0" sz="115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deep</a:t>
            </a:r>
            <a:r>
              <a:rPr dirty="0" sz="1150" spc="-7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60">
                <a:solidFill>
                  <a:srgbClr val="EBECEF"/>
                </a:solidFill>
                <a:latin typeface="Verdana"/>
                <a:cs typeface="Verdana"/>
              </a:rPr>
              <a:t>learning</a:t>
            </a:r>
            <a:r>
              <a:rPr dirty="0" sz="1150" spc="-10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models</a:t>
            </a:r>
            <a:r>
              <a:rPr dirty="0" sz="1150" spc="-1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0">
                <a:solidFill>
                  <a:srgbClr val="EBECEF"/>
                </a:solidFill>
                <a:latin typeface="Verdana"/>
                <a:cs typeface="Verdana"/>
              </a:rPr>
              <a:t>for</a:t>
            </a:r>
            <a:r>
              <a:rPr dirty="0" sz="1150" spc="-8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EBECEF"/>
                </a:solidFill>
                <a:latin typeface="Verdana"/>
                <a:cs typeface="Verdana"/>
              </a:rPr>
              <a:t>higher</a:t>
            </a:r>
            <a:r>
              <a:rPr dirty="0" sz="115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55">
                <a:solidFill>
                  <a:srgbClr val="EBECEF"/>
                </a:solidFill>
                <a:latin typeface="Verdana"/>
                <a:cs typeface="Verdana"/>
              </a:rPr>
              <a:t>accuracy</a:t>
            </a:r>
            <a:r>
              <a:rPr dirty="0" sz="1150" spc="-9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35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150" spc="-7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55">
                <a:solidFill>
                  <a:srgbClr val="EBECEF"/>
                </a:solidFill>
                <a:latin typeface="Verdana"/>
                <a:cs typeface="Verdana"/>
              </a:rPr>
              <a:t>adaptive</a:t>
            </a:r>
            <a:r>
              <a:rPr dirty="0" sz="1150" spc="-9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10">
                <a:solidFill>
                  <a:srgbClr val="EBECEF"/>
                </a:solidFill>
                <a:latin typeface="Verdana"/>
                <a:cs typeface="Verdana"/>
              </a:rPr>
              <a:t>fraud pattern</a:t>
            </a:r>
            <a:r>
              <a:rPr dirty="0" sz="115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10">
                <a:solidFill>
                  <a:srgbClr val="EBECEF"/>
                </a:solidFill>
                <a:latin typeface="Verdana"/>
                <a:cs typeface="Verdana"/>
              </a:rPr>
              <a:t>recognition.</a:t>
            </a: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50">
              <a:latin typeface="Verdana"/>
              <a:cs typeface="Verdana"/>
            </a:endParaRPr>
          </a:p>
          <a:p>
            <a:pPr marL="728345">
              <a:lnSpc>
                <a:spcPct val="100000"/>
              </a:lnSpc>
            </a:pPr>
            <a:r>
              <a:rPr dirty="0" sz="1450" spc="-50" b="1">
                <a:solidFill>
                  <a:srgbClr val="EBECEF"/>
                </a:solidFill>
                <a:latin typeface="Tahoma"/>
                <a:cs typeface="Tahoma"/>
              </a:rPr>
              <a:t>SMS</a:t>
            </a:r>
            <a:r>
              <a:rPr dirty="0" sz="1450" spc="-14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50" spc="-30" b="1">
                <a:solidFill>
                  <a:srgbClr val="EBECEF"/>
                </a:solidFill>
                <a:latin typeface="Tahoma"/>
                <a:cs typeface="Tahoma"/>
              </a:rPr>
              <a:t>&amp;</a:t>
            </a:r>
            <a:r>
              <a:rPr dirty="0" sz="1450" spc="-14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50" spc="-50" b="1">
                <a:solidFill>
                  <a:srgbClr val="EBECEF"/>
                </a:solidFill>
                <a:latin typeface="Tahoma"/>
                <a:cs typeface="Tahoma"/>
              </a:rPr>
              <a:t>Email</a:t>
            </a:r>
            <a:r>
              <a:rPr dirty="0" sz="1450" spc="-14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EBECEF"/>
                </a:solidFill>
                <a:latin typeface="Tahoma"/>
                <a:cs typeface="Tahoma"/>
              </a:rPr>
              <a:t>Alerts</a:t>
            </a:r>
            <a:endParaRPr sz="1450">
              <a:latin typeface="Tahoma"/>
              <a:cs typeface="Tahoma"/>
            </a:endParaRPr>
          </a:p>
          <a:p>
            <a:pPr marL="728345" marR="433070">
              <a:lnSpc>
                <a:spcPct val="102600"/>
              </a:lnSpc>
              <a:spcBef>
                <a:spcPts val="615"/>
              </a:spcBef>
            </a:pP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Proactively</a:t>
            </a:r>
            <a:r>
              <a:rPr dirty="0" sz="1150" spc="-10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notify</a:t>
            </a:r>
            <a:r>
              <a:rPr dirty="0" sz="1150" spc="-9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users</a:t>
            </a:r>
            <a:r>
              <a:rPr dirty="0" sz="115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35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15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analysts</a:t>
            </a:r>
            <a:r>
              <a:rPr dirty="0" sz="115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35">
                <a:solidFill>
                  <a:srgbClr val="EBECEF"/>
                </a:solidFill>
                <a:latin typeface="Verdana"/>
                <a:cs typeface="Verdana"/>
              </a:rPr>
              <a:t>when</a:t>
            </a:r>
            <a:r>
              <a:rPr dirty="0" sz="1150" spc="-1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high-</a:t>
            </a:r>
            <a:r>
              <a:rPr dirty="0" sz="1150" spc="-40">
                <a:solidFill>
                  <a:srgbClr val="EBECEF"/>
                </a:solidFill>
                <a:latin typeface="Verdana"/>
                <a:cs typeface="Verdana"/>
              </a:rPr>
              <a:t>risk</a:t>
            </a:r>
            <a:r>
              <a:rPr dirty="0" sz="115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transactions</a:t>
            </a:r>
            <a:r>
              <a:rPr dirty="0" sz="115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25">
                <a:solidFill>
                  <a:srgbClr val="EBECEF"/>
                </a:solidFill>
                <a:latin typeface="Verdana"/>
                <a:cs typeface="Verdana"/>
              </a:rPr>
              <a:t>are </a:t>
            </a:r>
            <a:r>
              <a:rPr dirty="0" sz="1150" spc="-10">
                <a:solidFill>
                  <a:srgbClr val="EBECEF"/>
                </a:solidFill>
                <a:latin typeface="Verdana"/>
                <a:cs typeface="Verdana"/>
              </a:rPr>
              <a:t>detected.</a:t>
            </a: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50">
              <a:latin typeface="Verdana"/>
              <a:cs typeface="Verdana"/>
            </a:endParaRPr>
          </a:p>
          <a:p>
            <a:pPr marL="728345">
              <a:lnSpc>
                <a:spcPct val="100000"/>
              </a:lnSpc>
            </a:pPr>
            <a:r>
              <a:rPr dirty="0" sz="1450" spc="-45" b="1">
                <a:solidFill>
                  <a:srgbClr val="EBECEF"/>
                </a:solidFill>
                <a:latin typeface="Tahoma"/>
                <a:cs typeface="Tahoma"/>
              </a:rPr>
              <a:t>Mobile</a:t>
            </a:r>
            <a:r>
              <a:rPr dirty="0" sz="1450" spc="-10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EBECEF"/>
                </a:solidFill>
                <a:latin typeface="Tahoma"/>
                <a:cs typeface="Tahoma"/>
              </a:rPr>
              <a:t>Application</a:t>
            </a:r>
            <a:endParaRPr sz="1450">
              <a:latin typeface="Tahoma"/>
              <a:cs typeface="Tahoma"/>
            </a:endParaRPr>
          </a:p>
          <a:p>
            <a:pPr marL="728345">
              <a:lnSpc>
                <a:spcPct val="100000"/>
              </a:lnSpc>
              <a:spcBef>
                <a:spcPts val="725"/>
              </a:spcBef>
            </a:pPr>
            <a:r>
              <a:rPr dirty="0" sz="1150" spc="-80">
                <a:solidFill>
                  <a:srgbClr val="EBECEF"/>
                </a:solidFill>
                <a:latin typeface="Verdana"/>
                <a:cs typeface="Verdana"/>
              </a:rPr>
              <a:t>Extend</a:t>
            </a:r>
            <a:r>
              <a:rPr dirty="0" sz="1150" spc="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EBECEF"/>
                </a:solidFill>
                <a:latin typeface="Verdana"/>
                <a:cs typeface="Verdana"/>
              </a:rPr>
              <a:t>monitoring</a:t>
            </a:r>
            <a:r>
              <a:rPr dirty="0" sz="1150" spc="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90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1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65">
                <a:solidFill>
                  <a:srgbClr val="EBECEF"/>
                </a:solidFill>
                <a:latin typeface="Verdana"/>
                <a:cs typeface="Verdana"/>
              </a:rPr>
              <a:t>alerts</a:t>
            </a:r>
            <a:r>
              <a:rPr dirty="0" sz="1150" spc="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70">
                <a:solidFill>
                  <a:srgbClr val="EBECEF"/>
                </a:solidFill>
                <a:latin typeface="Verdana"/>
                <a:cs typeface="Verdana"/>
              </a:rPr>
              <a:t>to</a:t>
            </a:r>
            <a:r>
              <a:rPr dirty="0" sz="1150" spc="-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90">
                <a:solidFill>
                  <a:srgbClr val="EBECEF"/>
                </a:solidFill>
                <a:latin typeface="Verdana"/>
                <a:cs typeface="Verdana"/>
              </a:rPr>
              <a:t>a</a:t>
            </a:r>
            <a:r>
              <a:rPr dirty="0" sz="1150" spc="-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70">
                <a:solidFill>
                  <a:srgbClr val="EBECEF"/>
                </a:solidFill>
                <a:latin typeface="Verdana"/>
                <a:cs typeface="Verdana"/>
              </a:rPr>
              <a:t>native</a:t>
            </a:r>
            <a:r>
              <a:rPr dirty="0" sz="1150" spc="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EBECEF"/>
                </a:solidFill>
                <a:latin typeface="Verdana"/>
                <a:cs typeface="Verdana"/>
              </a:rPr>
              <a:t>mobile</a:t>
            </a:r>
            <a:r>
              <a:rPr dirty="0" sz="1150" spc="-2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80">
                <a:solidFill>
                  <a:srgbClr val="EBECEF"/>
                </a:solidFill>
                <a:latin typeface="Verdana"/>
                <a:cs typeface="Verdana"/>
              </a:rPr>
              <a:t>app</a:t>
            </a:r>
            <a:r>
              <a:rPr dirty="0" sz="1150" spc="-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45">
                <a:solidFill>
                  <a:srgbClr val="EBECEF"/>
                </a:solidFill>
                <a:latin typeface="Verdana"/>
                <a:cs typeface="Verdana"/>
              </a:rPr>
              <a:t>for</a:t>
            </a:r>
            <a:r>
              <a:rPr dirty="0" sz="1150" spc="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80">
                <a:solidFill>
                  <a:srgbClr val="EBECEF"/>
                </a:solidFill>
                <a:latin typeface="Verdana"/>
                <a:cs typeface="Verdana"/>
              </a:rPr>
              <a:t>on-</a:t>
            </a:r>
            <a:r>
              <a:rPr dirty="0" sz="1150" spc="-75">
                <a:solidFill>
                  <a:srgbClr val="EBECEF"/>
                </a:solidFill>
                <a:latin typeface="Verdana"/>
                <a:cs typeface="Verdana"/>
              </a:rPr>
              <a:t>the-</a:t>
            </a:r>
            <a:r>
              <a:rPr dirty="0" sz="1150" spc="-90">
                <a:solidFill>
                  <a:srgbClr val="EBECEF"/>
                </a:solidFill>
                <a:latin typeface="Verdana"/>
                <a:cs typeface="Verdana"/>
              </a:rPr>
              <a:t>go</a:t>
            </a:r>
            <a:r>
              <a:rPr dirty="0" sz="1150" spc="-1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150" spc="-35">
                <a:solidFill>
                  <a:srgbClr val="EBECEF"/>
                </a:solidFill>
                <a:latin typeface="Verdana"/>
                <a:cs typeface="Verdana"/>
              </a:rPr>
              <a:t>oversight.</a:t>
            </a:r>
            <a:endParaRPr sz="1150">
              <a:latin typeface="Verdana"/>
              <a:cs typeface="Verdan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09600" y="1721421"/>
            <a:ext cx="590550" cy="962025"/>
            <a:chOff x="609600" y="1721421"/>
            <a:chExt cx="590550" cy="962025"/>
          </a:xfrm>
        </p:grpSpPr>
        <p:sp>
          <p:nvSpPr>
            <p:cNvPr id="5" name="object 5" descr=""/>
            <p:cNvSpPr/>
            <p:nvPr/>
          </p:nvSpPr>
          <p:spPr>
            <a:xfrm>
              <a:off x="614362" y="1726184"/>
              <a:ext cx="581025" cy="952500"/>
            </a:xfrm>
            <a:custGeom>
              <a:avLst/>
              <a:gdLst/>
              <a:ahLst/>
              <a:cxnLst/>
              <a:rect l="l" t="t" r="r" b="b"/>
              <a:pathLst>
                <a:path w="581025" h="952500">
                  <a:moveTo>
                    <a:pt x="290512" y="0"/>
                  </a:moveTo>
                  <a:lnTo>
                    <a:pt x="247878" y="3048"/>
                  </a:lnTo>
                  <a:lnTo>
                    <a:pt x="206184" y="12446"/>
                  </a:lnTo>
                  <a:lnTo>
                    <a:pt x="166293" y="27812"/>
                  </a:lnTo>
                  <a:lnTo>
                    <a:pt x="129108" y="48895"/>
                  </a:lnTo>
                  <a:lnTo>
                    <a:pt x="95415" y="75184"/>
                  </a:lnTo>
                  <a:lnTo>
                    <a:pt x="65951" y="106172"/>
                  </a:lnTo>
                  <a:lnTo>
                    <a:pt x="41325" y="141097"/>
                  </a:lnTo>
                  <a:lnTo>
                    <a:pt x="22110" y="179324"/>
                  </a:lnTo>
                  <a:lnTo>
                    <a:pt x="8699" y="219837"/>
                  </a:lnTo>
                  <a:lnTo>
                    <a:pt x="1396" y="262000"/>
                  </a:lnTo>
                  <a:lnTo>
                    <a:pt x="0" y="290449"/>
                  </a:lnTo>
                  <a:lnTo>
                    <a:pt x="0" y="661924"/>
                  </a:lnTo>
                  <a:lnTo>
                    <a:pt x="3149" y="704596"/>
                  </a:lnTo>
                  <a:lnTo>
                    <a:pt x="12509" y="746251"/>
                  </a:lnTo>
                  <a:lnTo>
                    <a:pt x="27889" y="786130"/>
                  </a:lnTo>
                  <a:lnTo>
                    <a:pt x="48958" y="823340"/>
                  </a:lnTo>
                  <a:lnTo>
                    <a:pt x="75260" y="856996"/>
                  </a:lnTo>
                  <a:lnTo>
                    <a:pt x="106210" y="886460"/>
                  </a:lnTo>
                  <a:lnTo>
                    <a:pt x="141160" y="911098"/>
                  </a:lnTo>
                  <a:lnTo>
                    <a:pt x="179336" y="930401"/>
                  </a:lnTo>
                  <a:lnTo>
                    <a:pt x="219925" y="943737"/>
                  </a:lnTo>
                  <a:lnTo>
                    <a:pt x="262039" y="951102"/>
                  </a:lnTo>
                  <a:lnTo>
                    <a:pt x="290512" y="952500"/>
                  </a:lnTo>
                  <a:lnTo>
                    <a:pt x="297637" y="952373"/>
                  </a:lnTo>
                  <a:lnTo>
                    <a:pt x="340169" y="948182"/>
                  </a:lnTo>
                  <a:lnTo>
                    <a:pt x="381634" y="937768"/>
                  </a:lnTo>
                  <a:lnTo>
                    <a:pt x="421131" y="921385"/>
                  </a:lnTo>
                  <a:lnTo>
                    <a:pt x="457796" y="899413"/>
                  </a:lnTo>
                  <a:lnTo>
                    <a:pt x="490829" y="872363"/>
                  </a:lnTo>
                  <a:lnTo>
                    <a:pt x="519531" y="840739"/>
                  </a:lnTo>
                  <a:lnTo>
                    <a:pt x="543280" y="805180"/>
                  </a:lnTo>
                  <a:lnTo>
                    <a:pt x="561555" y="766445"/>
                  </a:lnTo>
                  <a:lnTo>
                    <a:pt x="573963" y="725551"/>
                  </a:lnTo>
                  <a:lnTo>
                    <a:pt x="580237" y="683260"/>
                  </a:lnTo>
                  <a:lnTo>
                    <a:pt x="581025" y="661924"/>
                  </a:lnTo>
                  <a:lnTo>
                    <a:pt x="581025" y="290449"/>
                  </a:lnTo>
                  <a:lnTo>
                    <a:pt x="577875" y="247903"/>
                  </a:lnTo>
                  <a:lnTo>
                    <a:pt x="568515" y="206121"/>
                  </a:lnTo>
                  <a:lnTo>
                    <a:pt x="553135" y="166243"/>
                  </a:lnTo>
                  <a:lnTo>
                    <a:pt x="532066" y="129032"/>
                  </a:lnTo>
                  <a:lnTo>
                    <a:pt x="505764" y="95376"/>
                  </a:lnTo>
                  <a:lnTo>
                    <a:pt x="474814" y="65912"/>
                  </a:lnTo>
                  <a:lnTo>
                    <a:pt x="439864" y="41275"/>
                  </a:lnTo>
                  <a:lnTo>
                    <a:pt x="401688" y="22098"/>
                  </a:lnTo>
                  <a:lnTo>
                    <a:pt x="361099" y="8636"/>
                  </a:lnTo>
                  <a:lnTo>
                    <a:pt x="318985" y="1397"/>
                  </a:lnTo>
                  <a:lnTo>
                    <a:pt x="290512" y="0"/>
                  </a:lnTo>
                  <a:close/>
                </a:path>
              </a:pathLst>
            </a:custGeom>
            <a:solidFill>
              <a:srgbClr val="0E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4362" y="1726184"/>
              <a:ext cx="581025" cy="952500"/>
            </a:xfrm>
            <a:custGeom>
              <a:avLst/>
              <a:gdLst/>
              <a:ahLst/>
              <a:cxnLst/>
              <a:rect l="l" t="t" r="r" b="b"/>
              <a:pathLst>
                <a:path w="581025" h="952500">
                  <a:moveTo>
                    <a:pt x="0" y="661924"/>
                  </a:moveTo>
                  <a:lnTo>
                    <a:pt x="0" y="290449"/>
                  </a:lnTo>
                  <a:lnTo>
                    <a:pt x="88" y="283337"/>
                  </a:lnTo>
                  <a:lnTo>
                    <a:pt x="4279" y="240791"/>
                  </a:lnTo>
                  <a:lnTo>
                    <a:pt x="14668" y="199389"/>
                  </a:lnTo>
                  <a:lnTo>
                    <a:pt x="31013" y="159893"/>
                  </a:lnTo>
                  <a:lnTo>
                    <a:pt x="52997" y="123189"/>
                  </a:lnTo>
                  <a:lnTo>
                    <a:pt x="80111" y="90170"/>
                  </a:lnTo>
                  <a:lnTo>
                    <a:pt x="111785" y="61468"/>
                  </a:lnTo>
                  <a:lnTo>
                    <a:pt x="147320" y="37719"/>
                  </a:lnTo>
                  <a:lnTo>
                    <a:pt x="185953" y="19431"/>
                  </a:lnTo>
                  <a:lnTo>
                    <a:pt x="226860" y="6985"/>
                  </a:lnTo>
                  <a:lnTo>
                    <a:pt x="269138" y="762"/>
                  </a:lnTo>
                  <a:lnTo>
                    <a:pt x="290512" y="0"/>
                  </a:lnTo>
                  <a:lnTo>
                    <a:pt x="297637" y="0"/>
                  </a:lnTo>
                  <a:lnTo>
                    <a:pt x="340169" y="4190"/>
                  </a:lnTo>
                  <a:lnTo>
                    <a:pt x="381634" y="14605"/>
                  </a:lnTo>
                  <a:lnTo>
                    <a:pt x="421131" y="30987"/>
                  </a:lnTo>
                  <a:lnTo>
                    <a:pt x="457796" y="52959"/>
                  </a:lnTo>
                  <a:lnTo>
                    <a:pt x="490829" y="80010"/>
                  </a:lnTo>
                  <a:lnTo>
                    <a:pt x="519531" y="111760"/>
                  </a:lnTo>
                  <a:lnTo>
                    <a:pt x="543280" y="147320"/>
                  </a:lnTo>
                  <a:lnTo>
                    <a:pt x="561555" y="185927"/>
                  </a:lnTo>
                  <a:lnTo>
                    <a:pt x="573963" y="226822"/>
                  </a:lnTo>
                  <a:lnTo>
                    <a:pt x="580237" y="269113"/>
                  </a:lnTo>
                  <a:lnTo>
                    <a:pt x="581025" y="290449"/>
                  </a:lnTo>
                  <a:lnTo>
                    <a:pt x="581025" y="661924"/>
                  </a:lnTo>
                  <a:lnTo>
                    <a:pt x="577875" y="704596"/>
                  </a:lnTo>
                  <a:lnTo>
                    <a:pt x="568515" y="746251"/>
                  </a:lnTo>
                  <a:lnTo>
                    <a:pt x="553135" y="786130"/>
                  </a:lnTo>
                  <a:lnTo>
                    <a:pt x="532066" y="823340"/>
                  </a:lnTo>
                  <a:lnTo>
                    <a:pt x="505764" y="856996"/>
                  </a:lnTo>
                  <a:lnTo>
                    <a:pt x="474814" y="886460"/>
                  </a:lnTo>
                  <a:lnTo>
                    <a:pt x="439864" y="911098"/>
                  </a:lnTo>
                  <a:lnTo>
                    <a:pt x="401688" y="930401"/>
                  </a:lnTo>
                  <a:lnTo>
                    <a:pt x="361099" y="943737"/>
                  </a:lnTo>
                  <a:lnTo>
                    <a:pt x="318985" y="951102"/>
                  </a:lnTo>
                  <a:lnTo>
                    <a:pt x="290512" y="952500"/>
                  </a:lnTo>
                  <a:lnTo>
                    <a:pt x="283375" y="952373"/>
                  </a:lnTo>
                  <a:lnTo>
                    <a:pt x="240842" y="948182"/>
                  </a:lnTo>
                  <a:lnTo>
                    <a:pt x="199377" y="937768"/>
                  </a:lnTo>
                  <a:lnTo>
                    <a:pt x="159893" y="921385"/>
                  </a:lnTo>
                  <a:lnTo>
                    <a:pt x="123228" y="899413"/>
                  </a:lnTo>
                  <a:lnTo>
                    <a:pt x="90195" y="872363"/>
                  </a:lnTo>
                  <a:lnTo>
                    <a:pt x="61493" y="840739"/>
                  </a:lnTo>
                  <a:lnTo>
                    <a:pt x="37744" y="805180"/>
                  </a:lnTo>
                  <a:lnTo>
                    <a:pt x="19469" y="766445"/>
                  </a:lnTo>
                  <a:lnTo>
                    <a:pt x="7061" y="725551"/>
                  </a:lnTo>
                  <a:lnTo>
                    <a:pt x="787" y="683260"/>
                  </a:lnTo>
                  <a:lnTo>
                    <a:pt x="0" y="661924"/>
                  </a:lnTo>
                  <a:close/>
                </a:path>
              </a:pathLst>
            </a:custGeom>
            <a:ln w="9525">
              <a:solidFill>
                <a:srgbClr val="002A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115" y="2090204"/>
              <a:ext cx="228409" cy="227672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2806446"/>
            <a:ext cx="590550" cy="96202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3890772"/>
            <a:ext cx="590550" cy="97155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" y="4985169"/>
            <a:ext cx="590550" cy="885825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7143750" y="9521"/>
            <a:ext cx="4298950" cy="6449695"/>
            <a:chOff x="7143750" y="9521"/>
            <a:chExt cx="4298950" cy="6449695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3750" y="9521"/>
              <a:ext cx="4286250" cy="6429375"/>
            </a:xfrm>
            <a:prstGeom prst="rect">
              <a:avLst/>
            </a:prstGeom>
          </p:spPr>
        </p:pic>
        <p:pic>
          <p:nvPicPr>
            <p:cNvPr id="13" name="object 13" descr="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80245" y="5926071"/>
              <a:ext cx="1754504" cy="4191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15779" y="5954204"/>
              <a:ext cx="2014220" cy="49231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9415779" y="5954204"/>
              <a:ext cx="2014220" cy="492759"/>
            </a:xfrm>
            <a:custGeom>
              <a:avLst/>
              <a:gdLst/>
              <a:ahLst/>
              <a:cxnLst/>
              <a:rect l="l" t="t" r="r" b="b"/>
              <a:pathLst>
                <a:path w="2014220" h="492760">
                  <a:moveTo>
                    <a:pt x="2014220" y="0"/>
                  </a:moveTo>
                  <a:lnTo>
                    <a:pt x="0" y="0"/>
                  </a:lnTo>
                  <a:lnTo>
                    <a:pt x="0" y="492315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9125" y="3823335"/>
            <a:ext cx="5410200" cy="933450"/>
            <a:chOff x="619125" y="3823335"/>
            <a:chExt cx="5410200" cy="933450"/>
          </a:xfrm>
        </p:grpSpPr>
        <p:sp>
          <p:nvSpPr>
            <p:cNvPr id="3" name="object 3" descr=""/>
            <p:cNvSpPr/>
            <p:nvPr/>
          </p:nvSpPr>
          <p:spPr>
            <a:xfrm>
              <a:off x="619125" y="3823335"/>
              <a:ext cx="5410200" cy="933450"/>
            </a:xfrm>
            <a:custGeom>
              <a:avLst/>
              <a:gdLst/>
              <a:ahLst/>
              <a:cxnLst/>
              <a:rect l="l" t="t" r="r" b="b"/>
              <a:pathLst>
                <a:path w="5410200" h="933450">
                  <a:moveTo>
                    <a:pt x="5352288" y="0"/>
                  </a:moveTo>
                  <a:lnTo>
                    <a:pt x="57950" y="0"/>
                  </a:lnTo>
                  <a:lnTo>
                    <a:pt x="53911" y="381"/>
                  </a:lnTo>
                  <a:lnTo>
                    <a:pt x="15278" y="21082"/>
                  </a:lnTo>
                  <a:lnTo>
                    <a:pt x="0" y="57912"/>
                  </a:lnTo>
                  <a:lnTo>
                    <a:pt x="0" y="875538"/>
                  </a:lnTo>
                  <a:lnTo>
                    <a:pt x="15278" y="912368"/>
                  </a:lnTo>
                  <a:lnTo>
                    <a:pt x="53911" y="933069"/>
                  </a:lnTo>
                  <a:lnTo>
                    <a:pt x="57950" y="933450"/>
                  </a:lnTo>
                  <a:lnTo>
                    <a:pt x="5352288" y="933450"/>
                  </a:lnTo>
                  <a:lnTo>
                    <a:pt x="5389118" y="918210"/>
                  </a:lnTo>
                  <a:lnTo>
                    <a:pt x="5409819" y="879475"/>
                  </a:lnTo>
                  <a:lnTo>
                    <a:pt x="5410200" y="875538"/>
                  </a:lnTo>
                  <a:lnTo>
                    <a:pt x="5410200" y="57912"/>
                  </a:lnTo>
                  <a:lnTo>
                    <a:pt x="5394960" y="21082"/>
                  </a:lnTo>
                  <a:lnTo>
                    <a:pt x="5356225" y="381"/>
                  </a:lnTo>
                  <a:lnTo>
                    <a:pt x="5352288" y="0"/>
                  </a:lnTo>
                  <a:close/>
                </a:path>
              </a:pathLst>
            </a:custGeom>
            <a:solidFill>
              <a:srgbClr val="1739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274" y="4070921"/>
              <a:ext cx="177101" cy="177101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9511665" y="5778754"/>
            <a:ext cx="1931035" cy="680720"/>
            <a:chOff x="9511665" y="5778754"/>
            <a:chExt cx="1931035" cy="680720"/>
          </a:xfrm>
        </p:grpSpPr>
        <p:pic>
          <p:nvPicPr>
            <p:cNvPr id="6" name="object 6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79610" y="5919467"/>
              <a:ext cx="1746503" cy="41719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24365" y="5791454"/>
              <a:ext cx="1905634" cy="65506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9524365" y="5791454"/>
              <a:ext cx="1905635" cy="655320"/>
            </a:xfrm>
            <a:custGeom>
              <a:avLst/>
              <a:gdLst/>
              <a:ahLst/>
              <a:cxnLst/>
              <a:rect l="l" t="t" r="r" b="b"/>
              <a:pathLst>
                <a:path w="1905634" h="655320">
                  <a:moveTo>
                    <a:pt x="1905634" y="0"/>
                  </a:moveTo>
                  <a:lnTo>
                    <a:pt x="0" y="0"/>
                  </a:lnTo>
                  <a:lnTo>
                    <a:pt x="0" y="655065"/>
                  </a:lnTo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06348" y="1460068"/>
            <a:ext cx="2413000" cy="55308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50" spc="-10"/>
              <a:t>Conclusion</a:t>
            </a:r>
            <a:endParaRPr sz="3450"/>
          </a:p>
        </p:txBody>
      </p:sp>
      <p:sp>
        <p:nvSpPr>
          <p:cNvPr id="10" name="object 10" descr=""/>
          <p:cNvSpPr txBox="1"/>
          <p:nvPr/>
        </p:nvSpPr>
        <p:spPr>
          <a:xfrm>
            <a:off x="606348" y="2447087"/>
            <a:ext cx="5358130" cy="2065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5"/>
              </a:spcBef>
            </a:pP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This</a:t>
            </a:r>
            <a:r>
              <a:rPr dirty="0" sz="140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EBECEF"/>
                </a:solidFill>
                <a:latin typeface="Verdana"/>
                <a:cs typeface="Verdana"/>
              </a:rPr>
              <a:t>system</a:t>
            </a:r>
            <a:r>
              <a:rPr dirty="0" sz="140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delivers</a:t>
            </a:r>
            <a:r>
              <a:rPr dirty="0" sz="140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a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 b="1">
                <a:solidFill>
                  <a:srgbClr val="EBECEF"/>
                </a:solidFill>
                <a:latin typeface="Tahoma"/>
                <a:cs typeface="Tahoma"/>
              </a:rPr>
              <a:t>secure,</a:t>
            </a:r>
            <a:r>
              <a:rPr dirty="0" sz="1400" spc="-5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00" spc="-45" b="1">
                <a:solidFill>
                  <a:srgbClr val="EBECEF"/>
                </a:solidFill>
                <a:latin typeface="Tahoma"/>
                <a:cs typeface="Tahoma"/>
              </a:rPr>
              <a:t>intelligent,</a:t>
            </a:r>
            <a:r>
              <a:rPr dirty="0" sz="1400" spc="-55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00" spc="-30" b="1">
                <a:solidFill>
                  <a:srgbClr val="EBECEF"/>
                </a:solidFill>
                <a:latin typeface="Tahoma"/>
                <a:cs typeface="Tahoma"/>
              </a:rPr>
              <a:t>and</a:t>
            </a:r>
            <a:r>
              <a:rPr dirty="0" sz="1400" spc="-7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00" spc="-40" b="1">
                <a:solidFill>
                  <a:srgbClr val="EBECEF"/>
                </a:solidFill>
                <a:latin typeface="Tahoma"/>
                <a:cs typeface="Tahoma"/>
              </a:rPr>
              <a:t>scalable</a:t>
            </a:r>
            <a:r>
              <a:rPr dirty="0" sz="1400" spc="-90" b="1">
                <a:solidFill>
                  <a:srgbClr val="EBECEF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EBECEF"/>
                </a:solidFill>
                <a:latin typeface="Tahoma"/>
                <a:cs typeface="Tahoma"/>
              </a:rPr>
              <a:t>solution </a:t>
            </a:r>
            <a:r>
              <a:rPr dirty="0" sz="1400" spc="-80">
                <a:solidFill>
                  <a:srgbClr val="EBECEF"/>
                </a:solidFill>
                <a:latin typeface="Verdana"/>
                <a:cs typeface="Verdana"/>
              </a:rPr>
              <a:t>for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EBECEF"/>
                </a:solidFill>
                <a:latin typeface="Verdana"/>
                <a:cs typeface="Verdana"/>
              </a:rPr>
              <a:t>detecting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EBECEF"/>
                </a:solidFill>
                <a:latin typeface="Verdana"/>
                <a:cs typeface="Verdana"/>
              </a:rPr>
              <a:t>fraudulent</a:t>
            </a:r>
            <a:r>
              <a:rPr dirty="0" sz="1400" spc="-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BECEF"/>
                </a:solidFill>
                <a:latin typeface="Verdana"/>
                <a:cs typeface="Verdana"/>
              </a:rPr>
              <a:t>credit</a:t>
            </a:r>
            <a:r>
              <a:rPr dirty="0" sz="1400" spc="-6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BECEF"/>
                </a:solidFill>
                <a:latin typeface="Verdana"/>
                <a:cs typeface="Verdana"/>
              </a:rPr>
              <a:t>card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BECEF"/>
                </a:solidFill>
                <a:latin typeface="Verdana"/>
                <a:cs typeface="Verdana"/>
              </a:rPr>
              <a:t>transactions.</a:t>
            </a:r>
            <a:r>
              <a:rPr dirty="0" sz="1400" spc="-1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EBECEF"/>
                </a:solidFill>
                <a:latin typeface="Verdana"/>
                <a:cs typeface="Verdana"/>
              </a:rPr>
              <a:t>By</a:t>
            </a:r>
            <a:r>
              <a:rPr dirty="0" sz="1400" spc="-7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EBECEF"/>
                </a:solidFill>
                <a:latin typeface="Verdana"/>
                <a:cs typeface="Verdana"/>
              </a:rPr>
              <a:t>combining</a:t>
            </a:r>
            <a:r>
              <a:rPr dirty="0" sz="1400" spc="-25">
                <a:solidFill>
                  <a:srgbClr val="EBECEF"/>
                </a:solidFill>
                <a:latin typeface="Verdana"/>
                <a:cs typeface="Verdana"/>
              </a:rPr>
              <a:t> AI-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driven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risk</a:t>
            </a:r>
            <a:r>
              <a:rPr dirty="0" sz="1400" spc="-1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analysis</a:t>
            </a:r>
            <a:r>
              <a:rPr dirty="0" sz="1400" spc="-14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with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a</a:t>
            </a:r>
            <a:r>
              <a:rPr dirty="0" sz="1400" spc="-13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modern</a:t>
            </a:r>
            <a:r>
              <a:rPr dirty="0" sz="1400" spc="-1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BECEF"/>
                </a:solidFill>
                <a:latin typeface="Verdana"/>
                <a:cs typeface="Verdana"/>
              </a:rPr>
              <a:t>full-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stack</a:t>
            </a:r>
            <a:r>
              <a:rPr dirty="0" sz="1400" spc="-15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architecture,</a:t>
            </a:r>
            <a:r>
              <a:rPr dirty="0" sz="1400" spc="-1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BECEF"/>
                </a:solidFill>
                <a:latin typeface="Verdana"/>
                <a:cs typeface="Verdana"/>
              </a:rPr>
              <a:t>it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addresses</a:t>
            </a:r>
            <a:r>
              <a:rPr dirty="0" sz="1400" spc="-1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the</a:t>
            </a:r>
            <a:r>
              <a:rPr dirty="0" sz="1400" spc="-10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core</a:t>
            </a:r>
            <a:r>
              <a:rPr dirty="0" sz="1400" spc="-114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challenges</a:t>
            </a:r>
            <a:r>
              <a:rPr dirty="0" sz="140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BECEF"/>
                </a:solidFill>
                <a:latin typeface="Verdana"/>
                <a:cs typeface="Verdana"/>
              </a:rPr>
              <a:t>of</a:t>
            </a:r>
            <a:r>
              <a:rPr dirty="0" sz="1400" spc="-13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speed,</a:t>
            </a:r>
            <a:r>
              <a:rPr dirty="0" sz="1400" spc="-14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BECEF"/>
                </a:solidFill>
                <a:latin typeface="Verdana"/>
                <a:cs typeface="Verdana"/>
              </a:rPr>
              <a:t>accuracy,</a:t>
            </a:r>
            <a:r>
              <a:rPr dirty="0" sz="140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BECEF"/>
                </a:solidFill>
                <a:latin typeface="Verdana"/>
                <a:cs typeface="Verdana"/>
              </a:rPr>
              <a:t>and</a:t>
            </a:r>
            <a:r>
              <a:rPr dirty="0" sz="1400" spc="-12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financial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protection</a:t>
            </a:r>
            <a:r>
              <a:rPr dirty="0" sz="1400" spc="-10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in</a:t>
            </a:r>
            <a:r>
              <a:rPr dirty="0" sz="1400" spc="-105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BECEF"/>
                </a:solidFill>
                <a:latin typeface="Verdana"/>
                <a:cs typeface="Verdana"/>
              </a:rPr>
              <a:t>digital</a:t>
            </a:r>
            <a:r>
              <a:rPr dirty="0" sz="1400" spc="-160">
                <a:solidFill>
                  <a:srgbClr val="EBECE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EBECEF"/>
                </a:solidFill>
                <a:latin typeface="Verdana"/>
                <a:cs typeface="Verdana"/>
              </a:rPr>
              <a:t>payments.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Verdana"/>
              <a:cs typeface="Verdana"/>
            </a:endParaRPr>
          </a:p>
          <a:p>
            <a:pPr marL="588645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14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proactive</a:t>
            </a:r>
            <a:r>
              <a:rPr dirty="0" sz="14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approach</a:t>
            </a:r>
            <a:r>
              <a:rPr dirty="0" sz="14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14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fraud</a:t>
            </a:r>
            <a:r>
              <a:rPr dirty="0" sz="140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detection</a:t>
            </a:r>
            <a:r>
              <a:rPr dirty="0" sz="14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dirty="0" sz="14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protecting</a:t>
            </a:r>
            <a:endParaRPr sz="1400">
              <a:latin typeface="Verdana"/>
              <a:cs typeface="Verdana"/>
            </a:endParaRPr>
          </a:p>
          <a:p>
            <a:pPr marL="588645">
              <a:lnSpc>
                <a:spcPct val="100000"/>
              </a:lnSpc>
              <a:spcBef>
                <a:spcPts val="195"/>
              </a:spcBef>
            </a:pP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r>
              <a:rPr dirty="0" sz="140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institutions</a:t>
            </a:r>
            <a:r>
              <a:rPr dirty="0" sz="14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before</a:t>
            </a:r>
            <a:r>
              <a:rPr dirty="0" sz="14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losses</a:t>
            </a:r>
            <a:r>
              <a:rPr dirty="0" sz="14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occur.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43650" y="2322449"/>
            <a:ext cx="4600575" cy="2638425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508750" y="2478786"/>
            <a:ext cx="4105275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65" b="1">
                <a:latin typeface="Tahoma"/>
                <a:cs typeface="Tahoma"/>
              </a:rPr>
              <a:t>Key</a:t>
            </a:r>
            <a:r>
              <a:rPr dirty="0" sz="1750" spc="-229" b="1">
                <a:latin typeface="Tahoma"/>
                <a:cs typeface="Tahoma"/>
              </a:rPr>
              <a:t> </a:t>
            </a:r>
            <a:r>
              <a:rPr dirty="0" sz="1750" spc="-10" b="1">
                <a:latin typeface="Tahoma"/>
                <a:cs typeface="Tahoma"/>
              </a:rPr>
              <a:t>Takeaways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750">
              <a:latin typeface="Tahoma"/>
              <a:cs typeface="Tahoma"/>
            </a:endParaRPr>
          </a:p>
          <a:p>
            <a:pPr marL="295910">
              <a:lnSpc>
                <a:spcPct val="100000"/>
              </a:lnSpc>
            </a:pPr>
            <a:r>
              <a:rPr dirty="0" sz="1400" spc="-10">
                <a:latin typeface="Verdana"/>
                <a:cs typeface="Verdana"/>
              </a:rPr>
              <a:t>processes</a:t>
            </a:r>
            <a:endParaRPr sz="1400">
              <a:latin typeface="Verdana"/>
              <a:cs typeface="Verdana"/>
            </a:endParaRPr>
          </a:p>
          <a:p>
            <a:pPr marL="295910" marR="5080">
              <a:lnSpc>
                <a:spcPct val="135700"/>
              </a:lnSpc>
              <a:spcBef>
                <a:spcPts val="25"/>
              </a:spcBef>
            </a:pPr>
            <a:r>
              <a:rPr dirty="0" sz="1400" spc="-70">
                <a:latin typeface="Verdana"/>
                <a:cs typeface="Verdana"/>
              </a:rPr>
              <a:t>Real-</a:t>
            </a:r>
            <a:r>
              <a:rPr dirty="0" sz="1400" spc="-50">
                <a:latin typeface="Verdana"/>
                <a:cs typeface="Verdana"/>
              </a:rPr>
              <a:t>time</a:t>
            </a:r>
            <a:r>
              <a:rPr dirty="0" sz="1400" spc="-145">
                <a:latin typeface="Verdana"/>
                <a:cs typeface="Verdana"/>
              </a:rPr>
              <a:t> </a:t>
            </a:r>
            <a:r>
              <a:rPr dirty="0" sz="1400" spc="-50">
                <a:latin typeface="Verdana"/>
                <a:cs typeface="Verdana"/>
              </a:rPr>
              <a:t>risk</a:t>
            </a:r>
            <a:r>
              <a:rPr dirty="0" sz="1400" spc="-130">
                <a:latin typeface="Verdana"/>
                <a:cs typeface="Verdana"/>
              </a:rPr>
              <a:t> </a:t>
            </a:r>
            <a:r>
              <a:rPr dirty="0" sz="1400" spc="-55">
                <a:latin typeface="Verdana"/>
                <a:cs typeface="Verdana"/>
              </a:rPr>
              <a:t>scoring</a:t>
            </a:r>
            <a:r>
              <a:rPr dirty="0" sz="1400" spc="-160">
                <a:latin typeface="Verdana"/>
                <a:cs typeface="Verdana"/>
              </a:rPr>
              <a:t> </a:t>
            </a:r>
            <a:r>
              <a:rPr dirty="0" sz="1400" spc="-55">
                <a:latin typeface="Verdana"/>
                <a:cs typeface="Verdana"/>
              </a:rPr>
              <a:t>enables</a:t>
            </a:r>
            <a:r>
              <a:rPr dirty="0" sz="1400" spc="-130">
                <a:latin typeface="Verdana"/>
                <a:cs typeface="Verdana"/>
              </a:rPr>
              <a:t> </a:t>
            </a:r>
            <a:r>
              <a:rPr dirty="0" sz="1400" spc="-55">
                <a:latin typeface="Verdana"/>
                <a:cs typeface="Verdana"/>
              </a:rPr>
              <a:t>faster</a:t>
            </a:r>
            <a:r>
              <a:rPr dirty="0" sz="1400" spc="-114">
                <a:latin typeface="Verdana"/>
                <a:cs typeface="Verdana"/>
              </a:rPr>
              <a:t> </a:t>
            </a:r>
            <a:r>
              <a:rPr dirty="0" sz="1400" spc="-40">
                <a:latin typeface="Verdana"/>
                <a:cs typeface="Verdana"/>
              </a:rPr>
              <a:t>decisions </a:t>
            </a:r>
            <a:r>
              <a:rPr dirty="0" sz="1400" spc="-50">
                <a:latin typeface="Verdana"/>
                <a:cs typeface="Verdana"/>
              </a:rPr>
              <a:t>Modular</a:t>
            </a:r>
            <a:r>
              <a:rPr dirty="0" sz="1400" spc="-114">
                <a:latin typeface="Verdana"/>
                <a:cs typeface="Verdana"/>
              </a:rPr>
              <a:t> </a:t>
            </a:r>
            <a:r>
              <a:rPr dirty="0" sz="1400" spc="-50">
                <a:latin typeface="Verdana"/>
                <a:cs typeface="Verdana"/>
              </a:rPr>
              <a:t>architecture</a:t>
            </a:r>
            <a:r>
              <a:rPr dirty="0" sz="1400" spc="-75">
                <a:latin typeface="Verdana"/>
                <a:cs typeface="Verdana"/>
              </a:rPr>
              <a:t> </a:t>
            </a:r>
            <a:r>
              <a:rPr dirty="0" sz="1400" spc="-50">
                <a:latin typeface="Verdana"/>
                <a:cs typeface="Verdana"/>
              </a:rPr>
              <a:t>supports</a:t>
            </a:r>
            <a:r>
              <a:rPr dirty="0" sz="1400" spc="-125">
                <a:latin typeface="Verdana"/>
                <a:cs typeface="Verdana"/>
              </a:rPr>
              <a:t> </a:t>
            </a:r>
            <a:r>
              <a:rPr dirty="0" sz="1400" spc="-45">
                <a:latin typeface="Verdana"/>
                <a:cs typeface="Verdana"/>
              </a:rPr>
              <a:t>future</a:t>
            </a:r>
            <a:r>
              <a:rPr dirty="0" sz="1400" spc="-12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growth </a:t>
            </a:r>
            <a:r>
              <a:rPr dirty="0" sz="1400" spc="-60">
                <a:latin typeface="Verdana"/>
                <a:cs typeface="Verdana"/>
              </a:rPr>
              <a:t>End-</a:t>
            </a:r>
            <a:r>
              <a:rPr dirty="0" sz="1400" spc="-55">
                <a:latin typeface="Verdana"/>
                <a:cs typeface="Verdana"/>
              </a:rPr>
              <a:t>to-</a:t>
            </a:r>
            <a:r>
              <a:rPr dirty="0" sz="1400" spc="-35">
                <a:latin typeface="Verdana"/>
                <a:cs typeface="Verdana"/>
              </a:rPr>
              <a:t>end</a:t>
            </a:r>
            <a:r>
              <a:rPr dirty="0" sz="1400" spc="-145">
                <a:latin typeface="Verdana"/>
                <a:cs typeface="Verdana"/>
              </a:rPr>
              <a:t> </a:t>
            </a:r>
            <a:r>
              <a:rPr dirty="0" sz="1400" spc="-45">
                <a:latin typeface="Verdana"/>
                <a:cs typeface="Verdana"/>
              </a:rPr>
              <a:t>security</a:t>
            </a:r>
            <a:r>
              <a:rPr dirty="0" sz="1400" spc="-145">
                <a:latin typeface="Verdana"/>
                <a:cs typeface="Verdana"/>
              </a:rPr>
              <a:t> </a:t>
            </a:r>
            <a:r>
              <a:rPr dirty="0" sz="1400" spc="-45">
                <a:latin typeface="Verdana"/>
                <a:cs typeface="Verdana"/>
              </a:rPr>
              <a:t>from</a:t>
            </a:r>
            <a:r>
              <a:rPr dirty="0" sz="1400" spc="-125">
                <a:latin typeface="Verdana"/>
                <a:cs typeface="Verdana"/>
              </a:rPr>
              <a:t> </a:t>
            </a:r>
            <a:r>
              <a:rPr dirty="0" sz="1400" spc="-55">
                <a:latin typeface="Verdana"/>
                <a:cs typeface="Verdana"/>
              </a:rPr>
              <a:t>login</a:t>
            </a:r>
            <a:r>
              <a:rPr dirty="0" sz="1400" spc="-125">
                <a:latin typeface="Verdana"/>
                <a:cs typeface="Verdana"/>
              </a:rPr>
              <a:t> </a:t>
            </a:r>
            <a:r>
              <a:rPr dirty="0" sz="1400" spc="-35">
                <a:latin typeface="Verdana"/>
                <a:cs typeface="Verdana"/>
              </a:rPr>
              <a:t>to</a:t>
            </a:r>
            <a:r>
              <a:rPr dirty="0" sz="1400" spc="-14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reporting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2026-05-11T13:26:22Z</dcterms:created>
  <dcterms:modified xsi:type="dcterms:W3CDTF">2026-05-11T13:26:22Z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2026-05-11T00:00:00Z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2026-05-11T00:00:00Z</vt:filetime>
  </property>
  <property fmtid="{D5CDD505-2E9C-101B-9397-08002B2CF9AE}" pid="5" name="Producer">
    <vt:lpwstr>www.ilovepdf.com</vt:lpwstr>
  </property>
</Properties>
</file>