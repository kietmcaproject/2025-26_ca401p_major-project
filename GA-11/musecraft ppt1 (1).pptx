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Sora Light" panose="020B0604020202020204" charset="0"/>
      <p:regular r:id="rId14"/>
    </p:embeddedFont>
    <p:embeddedFont>
      <p:font typeface="Sora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44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9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57313"/>
            <a:ext cx="6821829" cy="2963785"/>
          </a:xfrm>
        </p:spPr>
        <p:txBody>
          <a:bodyPr>
            <a:normAutofit fontScale="90000"/>
          </a:bodyPr>
          <a:lstStyle/>
          <a:p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Major Project -II(CA401P)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Semester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 2025-26</a:t>
            </a:r>
            <a:b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MuseCrafts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97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97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Ayush Saini (202410116100046)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Yadav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(202410116100041)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Anubhav Vaish(202410116100037)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Session:2025-2026 </a:t>
            </a:r>
            <a:r>
              <a:rPr lang="en-US" altLang="en-US" sz="1125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(IV </a:t>
            </a: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Semester)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  Mr. Roshan Kumar Gupta, Mrs. Anita Yadav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Applications</a:t>
            </a:r>
            <a:b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2"/>
            <a:ext cx="9144000" cy="103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115467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MuseCraft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763985"/>
            <a:ext cx="4767114" cy="1844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Empowering Creativity Through Digital Innovation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02943" y="3811265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620762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What is MuseCraft?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73943" y="1269281"/>
            <a:ext cx="2315840" cy="1775743"/>
          </a:xfrm>
          <a:prstGeom prst="roundRect">
            <a:avLst>
              <a:gd name="adj" fmla="val 3203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4065" y="1409402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60" y="1521098"/>
            <a:ext cx="182761" cy="182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065" y="195098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Creative Platform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4065" y="2254821"/>
            <a:ext cx="203559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digital platform designed for artists, designers, and content creators.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925142" y="1269281"/>
            <a:ext cx="2315914" cy="1775743"/>
          </a:xfrm>
          <a:prstGeom prst="roundRect">
            <a:avLst>
              <a:gd name="adj" fmla="val 3203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65264" y="1409402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6960" y="1521098"/>
            <a:ext cx="182761" cy="1827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65264" y="195098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 + Creativity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065264" y="2254821"/>
            <a:ext cx="203567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Combines technology with creativity to simplify content creation.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73943" y="3180383"/>
            <a:ext cx="4767114" cy="1342355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4065" y="3320504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760" y="3432200"/>
            <a:ext cx="182761" cy="1827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4065" y="386209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Inspiration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14065" y="4165922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Focuses on innovation, collaboration, and inspiration.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07219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Our 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923455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2134419"/>
            <a:ext cx="403034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473943" y="224016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Central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543994"/>
            <a:ext cx="40303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a unified space for all creative work.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9642" y="1923455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9642" y="2134419"/>
            <a:ext cx="403041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4639642" y="224016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Smart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9642" y="2543994"/>
            <a:ext cx="40304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productivity using AI-based features.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943" y="2997547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943" y="3208511"/>
            <a:ext cx="403034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73943" y="3314254"/>
            <a:ext cx="191742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Global Collaboration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943" y="3618086"/>
            <a:ext cx="40303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 creators worldwide to work together.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9642" y="2997547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9642" y="3208511"/>
            <a:ext cx="403041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4639642" y="331425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Universal Support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9642" y="3618086"/>
            <a:ext cx="40304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 beginners and professionals alike.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41636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Features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657871"/>
            <a:ext cx="338510" cy="338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2165598"/>
            <a:ext cx="22496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Digital Content Creation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469431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Comprehensive tools for generating creative content.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87" y="1657871"/>
            <a:ext cx="338510" cy="338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2387" y="2165598"/>
            <a:ext cx="21402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AI-Powered Assistance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62387" y="2469431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Smart design help powered by artificial intelligence.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0831" y="1657871"/>
            <a:ext cx="338510" cy="338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0831" y="2165598"/>
            <a:ext cx="19099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Management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050831" y="2469431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Organize and track all your creative projects.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3173611"/>
            <a:ext cx="338510" cy="338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3943" y="3681338"/>
            <a:ext cx="178363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Portfolio Showcase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73943" y="3985171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Share and publish your work online.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2387" y="3173611"/>
            <a:ext cx="338510" cy="338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62387" y="3681338"/>
            <a:ext cx="179650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262387" y="3985171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 together on projects seamlessly.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381720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216559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523604"/>
            <a:ext cx="22183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3943" y="287565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943" y="3233663"/>
            <a:ext cx="2218358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Express.js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Node.js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27462" y="216559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Database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27462" y="2523604"/>
            <a:ext cx="22183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MongoDB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27462" y="287565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34938"/>
            <a:ext cx="3511674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How MuseCraft Works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68" y="917600"/>
            <a:ext cx="349076" cy="714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283" y="1033909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Sign Up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6283" y="1285280"/>
            <a:ext cx="7880449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creates account and logs in.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69" y="1715765"/>
            <a:ext cx="349076" cy="714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0784" y="1832074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Select Project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0784" y="2083445"/>
            <a:ext cx="7705948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Choose type of creative project.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5" y="2513930"/>
            <a:ext cx="349076" cy="714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5359" y="2630239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Create &amp; Edit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205359" y="2881610"/>
            <a:ext cx="753137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built-in tools to develop content.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20" y="3312096"/>
            <a:ext cx="349076" cy="714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9934" y="3428405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Save to Cloud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379934" y="3679775"/>
            <a:ext cx="7356797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Store project securely online.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5" y="4110261"/>
            <a:ext cx="349076" cy="7143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5359" y="4226570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Share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205359" y="4477941"/>
            <a:ext cx="753137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Publish or share your content.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99914"/>
            <a:ext cx="4493940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Why Choose MuseCraft?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816150"/>
            <a:ext cx="264177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4893" y="1816150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685502" y="197055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Intuitive 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502" y="2274391"/>
            <a:ext cx="227580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Easy-to-use design that works for everyone.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1076" y="1816150"/>
            <a:ext cx="264177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2026" y="1816150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3462635" y="197055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Time Savings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62635" y="2274391"/>
            <a:ext cx="227580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Automation features speed up your workflow.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28209" y="1816150"/>
            <a:ext cx="2641848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9159" y="1816150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239768" y="197055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Creative Freedom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39768" y="2274391"/>
            <a:ext cx="227588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Tools that encourage and enhance your creativity.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3943" y="2997547"/>
            <a:ext cx="264177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893" y="2997547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502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Anywhere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502" y="3455789"/>
            <a:ext cx="227580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 from any device with internet connection.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51076" y="2997547"/>
            <a:ext cx="2641774" cy="1046038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2026" y="2997547"/>
            <a:ext cx="76200" cy="1046038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3462635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Team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62635" y="3455789"/>
            <a:ext cx="227580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Collaborate effectively with your team members.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316608"/>
            <a:ext cx="3567633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Current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2032843"/>
            <a:ext cx="4030340" cy="829345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8352" y="218725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Internet Required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8352" y="2491085"/>
            <a:ext cx="37215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Needs stable internet connection to function.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39642" y="2032843"/>
            <a:ext cx="4030414" cy="829345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94052" y="218725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Premium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94052" y="2491085"/>
            <a:ext cx="372159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Some advanced features may require payment.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943" y="2997547"/>
            <a:ext cx="4030340" cy="829345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352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Learning Curve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352" y="3455789"/>
            <a:ext cx="37215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Beginners may need time to learn all features.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9642" y="2997547"/>
            <a:ext cx="4030414" cy="829345"/>
          </a:xfrm>
          <a:prstGeom prst="roundRect">
            <a:avLst>
              <a:gd name="adj" fmla="val 6858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4052" y="315195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94052" y="3455789"/>
            <a:ext cx="372159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Depends on system specifications and speed.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91120"/>
            <a:ext cx="3062362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Applications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68" y="973782"/>
            <a:ext cx="1153344" cy="1153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268" y="2252067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Graphic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7268" y="2503438"/>
            <a:ext cx="198864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 stunning visual designs.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851" y="973782"/>
            <a:ext cx="1153344" cy="1153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20851" y="2252067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520851" y="2503438"/>
            <a:ext cx="198864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engaging content.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433" y="973782"/>
            <a:ext cx="1153344" cy="11533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4433" y="2252067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Digital Marketing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634433" y="2503438"/>
            <a:ext cx="198864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Develop marketing materials.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6" y="973782"/>
            <a:ext cx="1153418" cy="11534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8016" y="225214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748016" y="2503512"/>
            <a:ext cx="1988716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presentations and teaching.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268" y="3049637"/>
            <a:ext cx="1153344" cy="11533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7268" y="432792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Freelancing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07268" y="4579293"/>
            <a:ext cx="1988641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Manage client projects efficiently.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162348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Looking Ahead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902943" y="1810866"/>
            <a:ext cx="2315840" cy="1234157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3065" y="195098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Powerful Solution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43065" y="2254821"/>
            <a:ext cx="203559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MuseCraft bridges technology and creativity effectively.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4142" y="1810866"/>
            <a:ext cx="2315914" cy="1234157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4264" y="195098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Universal Appeal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94264" y="2254821"/>
            <a:ext cx="203567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Useful for students, professionals, and businesses.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02943" y="3180383"/>
            <a:ext cx="4767114" cy="800770"/>
          </a:xfrm>
          <a:prstGeom prst="roundRect">
            <a:avLst>
              <a:gd name="adj" fmla="val 710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3065" y="332050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Growth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43065" y="3624337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advanced AI integration coming soon.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435</Words>
  <Application>Microsoft Office PowerPoint</Application>
  <PresentationFormat>On-screen Show (16:9)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Sora Semi Bold</vt:lpstr>
      <vt:lpstr>Arial</vt:lpstr>
      <vt:lpstr>Sora Light</vt:lpstr>
      <vt:lpstr>Office Theme</vt:lpstr>
      <vt:lpstr>Major Project -II(CA401P) Even Semester Session 2025-26  “MuseCrafts”   Ayush Saini (202410116100046) Ashish Yadav (202410116100041) Anubhav Vaish(202410116100037)  Session:2025-2026 (IV Semester) Under the supervision of  Mr. Roshan Kumar Gupta, Mrs. Anita Yadav Department Of Computer Applications KIET GROUP OF INSTITUTIONS, DELHI-NCR, GHAZIABAD-201206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Shivani saini</dc:creator>
  <cp:lastModifiedBy>Shivani saini</cp:lastModifiedBy>
  <cp:revision>3</cp:revision>
  <dcterms:created xsi:type="dcterms:W3CDTF">2026-05-11T16:59:39Z</dcterms:created>
  <dcterms:modified xsi:type="dcterms:W3CDTF">2026-05-11T17:26:43Z</dcterms:modified>
</cp:coreProperties>
</file>