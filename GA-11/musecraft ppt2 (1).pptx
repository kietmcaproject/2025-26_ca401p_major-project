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embeddedFontLst>
    <p:embeddedFont>
      <p:font typeface="Sora Light" panose="020B0604020202020204" charset="0"/>
      <p:regular r:id="rId14"/>
    </p:embeddedFont>
    <p:embeddedFont>
      <p:font typeface="Sora Semi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900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14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357313"/>
            <a:ext cx="6821829" cy="2963785"/>
          </a:xfrm>
        </p:spPr>
        <p:txBody>
          <a:bodyPr>
            <a:normAutofit fontScale="90000"/>
          </a:bodyPr>
          <a:lstStyle/>
          <a:p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Major Project -II(CA401P)</a:t>
            </a:r>
            <a:b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Semester</a:t>
            </a:r>
            <a:b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Session 2025-26</a:t>
            </a:r>
            <a:b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MuseCrafts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975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975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Ayush Saini (202410116100046)</a:t>
            </a:r>
            <a:b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Ashish Yadav 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(202410116100041)</a:t>
            </a:r>
            <a:b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Anubhav Vaish(202410116100037)</a:t>
            </a:r>
            <a:b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125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Session:2025-2026 </a:t>
            </a:r>
            <a:r>
              <a:rPr lang="en-US" altLang="en-US" sz="1125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(IV </a:t>
            </a:r>
            <a:r>
              <a:rPr lang="en-US" altLang="en-US" sz="1125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Semester)</a:t>
            </a:r>
            <a:br>
              <a:rPr lang="en-US" altLang="en-US" sz="1125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1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  Mr. Roshan Kumar Gupta, Mrs. Anita Yadav</a:t>
            </a:r>
            <a:br>
              <a:rPr lang="en-US" altLang="en-US" sz="1125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1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Applications</a:t>
            </a:r>
            <a:br>
              <a:rPr lang="en-US" altLang="en-US" sz="1125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1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KIET GROUP OF INSTITUTIONS, DELHI-NCR, GHAZIABAD-201206</a:t>
            </a:r>
            <a:endParaRPr lang="en-US" altLang="en-US" sz="1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2"/>
            <a:ext cx="9144000" cy="103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954634"/>
            <a:ext cx="4714875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MuseCraft System Design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02943" y="2603153"/>
            <a:ext cx="47671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Creative Digital Platform with System Architecture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902943" y="2972172"/>
            <a:ext cx="47671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Presented by: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Ayush Saini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509439"/>
            <a:ext cx="35634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What is MuseCraft?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902943" y="1157957"/>
            <a:ext cx="2315840" cy="1998390"/>
          </a:xfrm>
          <a:prstGeom prst="roundRect">
            <a:avLst>
              <a:gd name="adj" fmla="val 2846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43065" y="1298079"/>
            <a:ext cx="406226" cy="406226"/>
          </a:xfrm>
          <a:prstGeom prst="roundRect">
            <a:avLst>
              <a:gd name="adj" fmla="val 14067117"/>
            </a:avLst>
          </a:prstGeom>
          <a:solidFill>
            <a:srgbClr val="DA1B2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4760" y="1409774"/>
            <a:ext cx="182761" cy="1827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43065" y="1839664"/>
            <a:ext cx="203559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Digital Creative Platform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043065" y="2366144"/>
            <a:ext cx="2035597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Tools for artists and designers to create, edit, and publish content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354142" y="1157957"/>
            <a:ext cx="2315914" cy="1998390"/>
          </a:xfrm>
          <a:prstGeom prst="roundRect">
            <a:avLst>
              <a:gd name="adj" fmla="val 2846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94264" y="1298079"/>
            <a:ext cx="406226" cy="406226"/>
          </a:xfrm>
          <a:prstGeom prst="roundRect">
            <a:avLst>
              <a:gd name="adj" fmla="val 14067117"/>
            </a:avLst>
          </a:prstGeom>
          <a:solidFill>
            <a:srgbClr val="DA1B2E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5960" y="1409774"/>
            <a:ext cx="182761" cy="1827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94264" y="1839664"/>
            <a:ext cx="190157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Integrated Workflow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494264" y="2143497"/>
            <a:ext cx="2035671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Combines user interaction with system automation for efficiency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902943" y="3291706"/>
            <a:ext cx="4767114" cy="1342355"/>
          </a:xfrm>
          <a:prstGeom prst="roundRect">
            <a:avLst>
              <a:gd name="adj" fmla="val 4237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043065" y="3431828"/>
            <a:ext cx="406226" cy="406226"/>
          </a:xfrm>
          <a:prstGeom prst="roundRect">
            <a:avLst>
              <a:gd name="adj" fmla="val 14067117"/>
            </a:avLst>
          </a:prstGeom>
          <a:solidFill>
            <a:srgbClr val="DA1B2E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54760" y="3543523"/>
            <a:ext cx="182761" cy="18276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43065" y="3973413"/>
            <a:ext cx="18491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Collaboration Focus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043065" y="4277246"/>
            <a:ext cx="448687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Streamlined processes for team-based creative projects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099914"/>
            <a:ext cx="35634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3943" y="1816150"/>
            <a:ext cx="4030340" cy="1046038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19050">
            <a:solidFill>
              <a:srgbClr val="DFB8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4893" y="1816150"/>
            <a:ext cx="76200" cy="1046038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5" name="Text 3"/>
          <p:cNvSpPr/>
          <p:nvPr/>
        </p:nvSpPr>
        <p:spPr>
          <a:xfrm>
            <a:off x="685502" y="197055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Fragmented Tools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502" y="2274391"/>
            <a:ext cx="3664372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Creators use multiple tools with no integration between platforms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39642" y="1816150"/>
            <a:ext cx="4030414" cy="1046038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19050">
            <a:solidFill>
              <a:srgbClr val="DFB8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20592" y="1816150"/>
            <a:ext cx="76200" cy="1046038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9" name="Text 7"/>
          <p:cNvSpPr/>
          <p:nvPr/>
        </p:nvSpPr>
        <p:spPr>
          <a:xfrm>
            <a:off x="4851202" y="1970559"/>
            <a:ext cx="226948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Management Challenges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51202" y="2274391"/>
            <a:ext cx="3664446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Difficult to manage projects and coordinate collaboration effectively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3943" y="2997547"/>
            <a:ext cx="4030340" cy="1046038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19050">
            <a:solidFill>
              <a:srgbClr val="DFB8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893" y="2997547"/>
            <a:ext cx="76200" cy="1046038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502" y="3151956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No Central Hub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502" y="3455789"/>
            <a:ext cx="3664372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Absence of centralized system for creation and sharing workflows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39642" y="2997547"/>
            <a:ext cx="4030414" cy="1046038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19050">
            <a:solidFill>
              <a:srgbClr val="DFB8B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0592" y="2997547"/>
            <a:ext cx="76200" cy="1046038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4851202" y="3151956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Manual Processes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51202" y="3455789"/>
            <a:ext cx="3664446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Time-consuming manual work slows down creative output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018" y="331515"/>
            <a:ext cx="2895302" cy="361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Proposed Solution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385018" y="729109"/>
            <a:ext cx="2323877" cy="28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MuseCraft Platform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018" y="1152674"/>
            <a:ext cx="275034" cy="2750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5018" y="1539404"/>
            <a:ext cx="1467222" cy="18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All-in-One Platform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85018" y="1773882"/>
            <a:ext cx="4944963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Complete solution for creative work from concept to delivery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5018" y="2112169"/>
            <a:ext cx="275034" cy="27503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5018" y="2498899"/>
            <a:ext cx="1447651" cy="18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Integrated System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385018" y="2733377"/>
            <a:ext cx="4944963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Design, management, and sharing combined in single interface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5018" y="3071664"/>
            <a:ext cx="275034" cy="27503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85018" y="3458394"/>
            <a:ext cx="1447651" cy="18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AI-Assisted Tools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385018" y="3692872"/>
            <a:ext cx="4944963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Intelligent features accelerate creation and editing processes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5018" y="4031159"/>
            <a:ext cx="275034" cy="27503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85018" y="4417888"/>
            <a:ext cx="1447651" cy="18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Cloud Storage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385018" y="4652367"/>
            <a:ext cx="4944963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Accessible from anywhere with secure data management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098872"/>
            <a:ext cx="35634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System Modules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815108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3943" y="2026072"/>
            <a:ext cx="2641774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5" name="Text 3"/>
          <p:cNvSpPr/>
          <p:nvPr/>
        </p:nvSpPr>
        <p:spPr>
          <a:xfrm>
            <a:off x="473943" y="2131814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User Management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3943" y="2435647"/>
            <a:ext cx="264177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Secure login and signup functionality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51076" y="1815108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51076" y="2026072"/>
            <a:ext cx="2641774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9" name="Text 7"/>
          <p:cNvSpPr/>
          <p:nvPr/>
        </p:nvSpPr>
        <p:spPr>
          <a:xfrm>
            <a:off x="3251076" y="2131814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Project Creation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51076" y="2435647"/>
            <a:ext cx="264177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Initialize and organize creative projects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28209" y="1815108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28209" y="2026072"/>
            <a:ext cx="2641848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6028209" y="2131814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Content Editing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28209" y="2435647"/>
            <a:ext cx="264184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Comprehensive tools for design work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3943" y="3105894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3943" y="3316858"/>
            <a:ext cx="4030340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473943" y="3422600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3943" y="3726433"/>
            <a:ext cx="403034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Team-based features for real-time work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39642" y="3105894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39642" y="3316858"/>
            <a:ext cx="4030414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21" name="Text 19"/>
          <p:cNvSpPr/>
          <p:nvPr/>
        </p:nvSpPr>
        <p:spPr>
          <a:xfrm>
            <a:off x="4639642" y="3422600"/>
            <a:ext cx="189034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Publishing &amp; Sharing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39642" y="3726433"/>
            <a:ext cx="40304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Final output distribution system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2" y="1473845"/>
            <a:ext cx="3293715" cy="21958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02943" y="1420267"/>
            <a:ext cx="35634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3902943" y="2204145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User Actions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902943" y="2562151"/>
            <a:ext cx="2218358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Create projects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Edit content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Share work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456462" y="2204145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Admin Actions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56462" y="2562151"/>
            <a:ext cx="2218358" cy="480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Manage users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Monitor system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902943" y="3506539"/>
            <a:ext cx="47671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Shows interaction between users and system components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642" y="1092845"/>
            <a:ext cx="4436715" cy="29578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3943" y="622548"/>
            <a:ext cx="35634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Data Flow Diagram </a:t>
            </a:r>
            <a:endParaRPr lang="en-US" sz="28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43" y="1271067"/>
            <a:ext cx="677019" cy="81245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286321" y="1406426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Input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1286321" y="1710258"/>
            <a:ext cx="281173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 data and project information</a:t>
            </a:r>
            <a:endParaRPr lang="en-US" sz="10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943" y="2083519"/>
            <a:ext cx="677019" cy="81245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286321" y="221887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Processes</a:t>
            </a:r>
            <a:endParaRPr lang="en-US" sz="1400" dirty="0"/>
          </a:p>
        </p:txBody>
      </p:sp>
      <p:sp>
        <p:nvSpPr>
          <p:cNvPr id="10" name="Text 4"/>
          <p:cNvSpPr/>
          <p:nvPr/>
        </p:nvSpPr>
        <p:spPr>
          <a:xfrm>
            <a:off x="1286321" y="2522711"/>
            <a:ext cx="281173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Authentication, creation, storage</a:t>
            </a:r>
            <a:endParaRPr lang="en-US" sz="10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943" y="2895972"/>
            <a:ext cx="677019" cy="81245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86321" y="3031331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Output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1286321" y="3335164"/>
            <a:ext cx="281173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Final content and shared projects</a:t>
            </a:r>
            <a:endParaRPr lang="en-US" sz="10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943" y="3708425"/>
            <a:ext cx="677019" cy="81245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286321" y="3843784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Storage</a:t>
            </a:r>
            <a:endParaRPr lang="en-US" sz="1400" dirty="0"/>
          </a:p>
        </p:txBody>
      </p:sp>
      <p:sp>
        <p:nvSpPr>
          <p:cNvPr id="16" name="Text 8"/>
          <p:cNvSpPr/>
          <p:nvPr/>
        </p:nvSpPr>
        <p:spPr>
          <a:xfrm>
            <a:off x="1286321" y="4147617"/>
            <a:ext cx="281173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 and project databases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268" y="334938"/>
            <a:ext cx="3062362" cy="3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System Working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68" y="917600"/>
            <a:ext cx="349076" cy="714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6283" y="1033909"/>
            <a:ext cx="1587401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User Authentication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56283" y="1285280"/>
            <a:ext cx="7880449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Secure login into system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69" y="1715765"/>
            <a:ext cx="349076" cy="7143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30784" y="1832074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Project Selection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30784" y="2083445"/>
            <a:ext cx="7705948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Create new or select existing project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45" y="2513930"/>
            <a:ext cx="349076" cy="7143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5359" y="2630239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Content Creation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205359" y="2881610"/>
            <a:ext cx="7531373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Design and edit using platform tools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920" y="3312096"/>
            <a:ext cx="349076" cy="7143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9934" y="3428405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Data Storage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379934" y="3679775"/>
            <a:ext cx="7356797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Save work to database automatically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45" y="4110261"/>
            <a:ext cx="349076" cy="7143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5359" y="4226570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Sharing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1205359" y="4477941"/>
            <a:ext cx="7531373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Publish final output to audience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582489"/>
            <a:ext cx="4676403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Advantages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76386" y="2231008"/>
            <a:ext cx="4127971" cy="1330003"/>
          </a:xfrm>
          <a:prstGeom prst="roundRect">
            <a:avLst>
              <a:gd name="adj" fmla="val 7331"/>
            </a:avLst>
          </a:prstGeom>
          <a:solidFill>
            <a:srgbClr val="DA1B2E"/>
          </a:solidFill>
          <a:ln/>
        </p:spPr>
      </p:sp>
      <p:sp>
        <p:nvSpPr>
          <p:cNvPr id="4" name="Text 2"/>
          <p:cNvSpPr/>
          <p:nvPr/>
        </p:nvSpPr>
        <p:spPr>
          <a:xfrm>
            <a:off x="511746" y="2366367"/>
            <a:ext cx="2138065" cy="26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Advantages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11746" y="2768947"/>
            <a:ext cx="3857253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Centralized platform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Easy collaboration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Time-saving automation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41962" y="2366367"/>
            <a:ext cx="2138065" cy="26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Limitations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741962" y="2768947"/>
            <a:ext cx="3932858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Internet dependency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Performance varies by system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Advanced features may require subscription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494556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73943" y="1588517"/>
            <a:ext cx="4767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MuseCraft improves creative workflow by combining </a:t>
            </a:r>
            <a:r>
              <a:rPr lang="en-US" sz="1050" b="1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design + management + sharing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in one platform.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3943" y="2224980"/>
            <a:ext cx="2370162" cy="26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Future Enhancements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473943" y="2695277"/>
            <a:ext cx="2315840" cy="1017463"/>
          </a:xfrm>
          <a:prstGeom prst="roundRect">
            <a:avLst>
              <a:gd name="adj" fmla="val 5590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4065" y="283539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Advanced AI Tools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4065" y="3139232"/>
            <a:ext cx="2035597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More intelligent creation features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5142" y="2695277"/>
            <a:ext cx="2315914" cy="1017463"/>
          </a:xfrm>
          <a:prstGeom prst="roundRect">
            <a:avLst>
              <a:gd name="adj" fmla="val 5590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264" y="283539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Mobile Integration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065264" y="3139232"/>
            <a:ext cx="203567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On-the-go creative capabilities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3943" y="3848100"/>
            <a:ext cx="4767114" cy="800770"/>
          </a:xfrm>
          <a:prstGeom prst="roundRect">
            <a:avLst>
              <a:gd name="adj" fmla="val 7102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4065" y="3988222"/>
            <a:ext cx="223152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Real-Time Collaboration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4065" y="4292054"/>
            <a:ext cx="448687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Enhanced team coordination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Application>Microsoft Office PowerPoint</Application>
  <PresentationFormat>On-screen Show (16:9)</PresentationFormat>
  <Paragraphs>103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Sora Semi Bold</vt:lpstr>
      <vt:lpstr>Arial</vt:lpstr>
      <vt:lpstr>Sora Light</vt:lpstr>
      <vt:lpstr>Office Theme</vt:lpstr>
      <vt:lpstr>Major Project -II(CA401P) Even Semester Session 2025-26  “MuseCrafts”   Ayush Saini (202410116100046) Ashish Yadav (202410116100041) Anubhav Vaish(202410116100037)  Session:2025-2026 (IV Semester) Under the supervision of  Mr. Roshan Kumar Gupta, Mrs. Anita Yadav Department Of Computer Applications KIET GROUP OF INSTITUTIONS, DELHI-NCR, GHAZIABAD-201206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Shivani saini</dc:creator>
  <cp:lastModifiedBy>Shivani saini</cp:lastModifiedBy>
  <cp:revision>3</cp:revision>
  <dcterms:created xsi:type="dcterms:W3CDTF">2026-05-11T17:13:12Z</dcterms:created>
  <dcterms:modified xsi:type="dcterms:W3CDTF">2026-05-11T17:26:18Z</dcterms:modified>
</cp:coreProperties>
</file>