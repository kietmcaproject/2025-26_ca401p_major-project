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18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88;p13">
            <a:extLst>
              <a:ext uri="{FF2B5EF4-FFF2-40B4-BE49-F238E27FC236}">
                <a16:creationId xmlns:a16="http://schemas.microsoft.com/office/drawing/2014/main" id="{B2645447-73C2-3F99-B6B7-304743EBC362}"/>
              </a:ext>
            </a:extLst>
          </p:cNvPr>
          <p:cNvSpPr txBox="1">
            <a:spLocks noGrp="1"/>
          </p:cNvSpPr>
          <p:nvPr/>
        </p:nvSpPr>
        <p:spPr>
          <a:xfrm>
            <a:off x="1682928" y="1958890"/>
            <a:ext cx="6531635" cy="10463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77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IN" sz="4400" b="1" dirty="0">
                <a:latin typeface="Times New Roman"/>
                <a:ea typeface="Times New Roman"/>
                <a:cs typeface="Times New Roman"/>
                <a:sym typeface="Times New Roman"/>
              </a:rPr>
              <a:t>Major Project-I(CA401P)</a:t>
            </a:r>
            <a:br>
              <a:rPr lang="en-IN" sz="2400" b="1" dirty="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IN" sz="3500" b="1" dirty="0">
                <a:latin typeface="Times New Roman"/>
                <a:ea typeface="Times New Roman"/>
                <a:cs typeface="Times New Roman"/>
                <a:sym typeface="Times New Roman"/>
              </a:rPr>
              <a:t>Even Semester</a:t>
            </a:r>
            <a:br>
              <a:rPr lang="en-IN" sz="3500" b="1" dirty="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IN" sz="3500" b="1" dirty="0">
                <a:latin typeface="Times New Roman"/>
                <a:ea typeface="Times New Roman"/>
                <a:cs typeface="Times New Roman"/>
                <a:sym typeface="Times New Roman"/>
              </a:rPr>
              <a:t>Session 2025-26</a:t>
            </a:r>
            <a:endParaRPr sz="3500" b="1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" name="Google Shape;89;p13">
            <a:extLst>
              <a:ext uri="{FF2B5EF4-FFF2-40B4-BE49-F238E27FC236}">
                <a16:creationId xmlns:a16="http://schemas.microsoft.com/office/drawing/2014/main" id="{959F3D41-8C14-7BF0-9E63-8F41465D8F01}"/>
              </a:ext>
            </a:extLst>
          </p:cNvPr>
          <p:cNvSpPr txBox="1">
            <a:spLocks noGrp="1"/>
          </p:cNvSpPr>
          <p:nvPr/>
        </p:nvSpPr>
        <p:spPr>
          <a:xfrm>
            <a:off x="1492115" y="3306152"/>
            <a:ext cx="6994660" cy="1780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5200" b="1" dirty="0">
                <a:latin typeface="Times New Roman"/>
                <a:ea typeface="Times New Roman"/>
                <a:cs typeface="Times New Roman"/>
                <a:sym typeface="Times New Roman"/>
              </a:rPr>
              <a:t>Brain Tumor Detection</a:t>
            </a:r>
            <a:endParaRPr sz="5200" dirty="0"/>
          </a:p>
          <a:p>
            <a:pPr marL="0" lvl="0" indent="0">
              <a:buSzPct val="100000"/>
            </a:pPr>
            <a:r>
              <a:rPr lang="en-IN" b="1" dirty="0">
                <a:latin typeface="Times New Roman"/>
                <a:ea typeface="Times New Roman"/>
                <a:cs typeface="Times New Roman"/>
                <a:sym typeface="Times New Roman"/>
              </a:rPr>
              <a:t>Vidushi Agrawal (202410116100243)</a:t>
            </a:r>
            <a:endParaRPr dirty="0"/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b="1" dirty="0">
                <a:latin typeface="Times New Roman"/>
                <a:ea typeface="Times New Roman"/>
                <a:cs typeface="Times New Roman"/>
                <a:sym typeface="Times New Roman"/>
              </a:rPr>
              <a:t>Yashvi Chaudhary (202410116100253)</a:t>
            </a:r>
          </a:p>
          <a:p>
            <a:pPr marL="0" lvl="0" indent="0">
              <a:buSzPct val="100000"/>
            </a:pPr>
            <a:r>
              <a:rPr lang="en-IN" b="1" dirty="0">
                <a:latin typeface="Times New Roman"/>
                <a:ea typeface="Times New Roman"/>
                <a:cs typeface="Times New Roman"/>
                <a:sym typeface="Times New Roman"/>
              </a:rPr>
              <a:t> Vaishnavi Yadav (202410116100234)</a:t>
            </a:r>
            <a:endParaRPr dirty="0"/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b="1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" name="Google Shape;91;p13">
            <a:extLst>
              <a:ext uri="{FF2B5EF4-FFF2-40B4-BE49-F238E27FC236}">
                <a16:creationId xmlns:a16="http://schemas.microsoft.com/office/drawing/2014/main" id="{F0E01C00-965A-587D-BD09-22A77BC3CB04}"/>
              </a:ext>
            </a:extLst>
          </p:cNvPr>
          <p:cNvSpPr txBox="1"/>
          <p:nvPr/>
        </p:nvSpPr>
        <p:spPr>
          <a:xfrm>
            <a:off x="6446741" y="5616743"/>
            <a:ext cx="2697259" cy="1195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IN" sz="2400" b="1" i="0" u="sng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Supervisor:</a:t>
            </a:r>
            <a:endParaRPr dirty="0"/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ct val="100000"/>
              <a:buFont typeface="Arial"/>
              <a:buNone/>
            </a:pPr>
            <a:r>
              <a:rPr lang="en-IN" sz="2400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Mr. Ankit Verma</a:t>
            </a:r>
            <a:r>
              <a:rPr lang="en-IN" sz="2400" b="0" i="0" u="none" strike="noStrike" cap="none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dirty="0"/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ct val="100000"/>
              <a:buFont typeface="Arial"/>
              <a:buNone/>
            </a:pPr>
            <a:r>
              <a:rPr lang="en-IN" sz="2400" b="0" i="0" u="none" strike="noStrike" cap="none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Associate Professor</a:t>
            </a:r>
            <a:endParaRPr dirty="0"/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endParaRPr sz="2400" b="1" i="0" u="sng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3" name="Google Shape;92;p13">
            <a:extLst>
              <a:ext uri="{FF2B5EF4-FFF2-40B4-BE49-F238E27FC236}">
                <a16:creationId xmlns:a16="http://schemas.microsoft.com/office/drawing/2014/main" id="{BD1CB403-8AEE-BFAA-7E80-7DC4FF5CA66D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55689" y="159314"/>
            <a:ext cx="8721636" cy="11957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 sz="2800"/>
            </a:pPr>
            <a:r>
              <a:rPr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18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Automated Brain Tumor Detection using Deep Learning.</a:t>
            </a:r>
          </a:p>
          <a:p>
            <a:pPr algn="l">
              <a:defRPr sz="18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MRI brain images for classification.</a:t>
            </a:r>
          </a:p>
          <a:p>
            <a:pPr algn="l">
              <a:defRPr sz="18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CNN model predicts tumor or non-tumor.</a:t>
            </a:r>
          </a:p>
          <a:p>
            <a:pPr algn="l">
              <a:defRPr sz="18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Provides fast and accurate diagnosis support.</a:t>
            </a:r>
          </a:p>
          <a:p>
            <a:pPr algn="l">
              <a:defRPr sz="18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User-friendly GUI for image upload and prediction.</a:t>
            </a:r>
          </a:p>
          <a:p>
            <a:pPr algn="l">
              <a:defRPr sz="1800"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  <a:defRPr sz="1800"/>
            </a:pPr>
            <a:r>
              <a:rPr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Significance:</a:t>
            </a:r>
          </a:p>
          <a:p>
            <a:pPr algn="l">
              <a:defRPr sz="18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Early detection of brain tumors.</a:t>
            </a:r>
          </a:p>
          <a:p>
            <a:pPr algn="l">
              <a:defRPr sz="18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human errors.</a:t>
            </a:r>
          </a:p>
          <a:p>
            <a:pPr algn="l">
              <a:defRPr sz="18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Assists healthcare professionals.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 sz="2800"/>
            </a:pPr>
            <a:r>
              <a:rPr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18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an automated tumor detection system.</a:t>
            </a:r>
          </a:p>
          <a:p>
            <a:pPr algn="l">
              <a:defRPr sz="18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Classify MRI images accurately.</a:t>
            </a:r>
          </a:p>
          <a:p>
            <a:pPr algn="l">
              <a:defRPr sz="18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a user-friendly GUI.</a:t>
            </a:r>
          </a:p>
          <a:p>
            <a:pPr algn="l">
              <a:defRPr sz="18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detection efficiency.</a:t>
            </a:r>
          </a:p>
          <a:p>
            <a:pPr algn="l">
              <a:defRPr sz="18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 dependency on manual diagnosis.</a:t>
            </a:r>
          </a:p>
          <a:p>
            <a:pPr algn="l">
              <a:defRPr sz="18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real-time prediction results.</a:t>
            </a:r>
          </a:p>
          <a:p>
            <a:pPr algn="l">
              <a:defRPr sz="1800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  <a:defRPr sz="1800"/>
            </a:pPr>
            <a:r>
              <a:rPr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 measured using:</a:t>
            </a:r>
          </a:p>
          <a:p>
            <a:pPr algn="l">
              <a:defRPr sz="18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Accuracy, Precision, Recall, Sensitivity, Specificity.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 sz="2800"/>
            </a:pPr>
            <a:r>
              <a:rPr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l">
              <a:buNone/>
              <a:defRPr sz="1800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ncluded:</a:t>
            </a:r>
          </a:p>
          <a:p>
            <a:pPr algn="l">
              <a:defRPr sz="18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MRI image preprocessing</a:t>
            </a:r>
          </a:p>
          <a:p>
            <a:pPr algn="l">
              <a:defRPr sz="18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 model development</a:t>
            </a:r>
          </a:p>
          <a:p>
            <a:pPr algn="l">
              <a:defRPr sz="18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Tumor classification</a:t>
            </a:r>
          </a:p>
          <a:p>
            <a:pPr algn="l">
              <a:defRPr sz="18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 development</a:t>
            </a:r>
          </a:p>
          <a:p>
            <a:pPr algn="l">
              <a:defRPr sz="18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prediction</a:t>
            </a:r>
          </a:p>
          <a:p>
            <a:pPr algn="l">
              <a:defRPr sz="1800"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  <a:defRPr sz="1800"/>
            </a:pP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Excluded:</a:t>
            </a:r>
          </a:p>
          <a:p>
            <a:pPr algn="l">
              <a:defRPr sz="18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Hospital integration</a:t>
            </a:r>
          </a:p>
          <a:p>
            <a:pPr algn="l">
              <a:defRPr sz="18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Multi-disease detection</a:t>
            </a:r>
          </a:p>
          <a:p>
            <a:pPr algn="l">
              <a:defRPr sz="18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Surgical recommendations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 sz="2800"/>
            </a:pPr>
            <a:r>
              <a:rPr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l">
              <a:buNone/>
              <a:defRPr sz="1800"/>
            </a:pP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Methodology: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Agile</a:t>
            </a:r>
          </a:p>
          <a:p>
            <a:pPr marL="0" indent="0" algn="l">
              <a:buNone/>
              <a:defRPr sz="1800"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  <a:defRPr sz="1800"/>
            </a:pP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Process:</a:t>
            </a:r>
          </a:p>
          <a:p>
            <a:pPr marL="0" indent="0" algn="l">
              <a:buNone/>
              <a:defRPr sz="18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Requirement Analysis</a:t>
            </a:r>
          </a:p>
          <a:p>
            <a:pPr marL="0" indent="0" algn="l">
              <a:buNone/>
              <a:defRPr sz="18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Dataset Collection</a:t>
            </a:r>
          </a:p>
          <a:p>
            <a:pPr marL="0" indent="0" algn="l">
              <a:buNone/>
              <a:defRPr sz="18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Image Preprocessing</a:t>
            </a:r>
          </a:p>
          <a:p>
            <a:pPr marL="0" indent="0" algn="l">
              <a:buNone/>
              <a:defRPr sz="18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CNN Model Training</a:t>
            </a:r>
          </a:p>
          <a:p>
            <a:pPr marL="0" indent="0" algn="l">
              <a:buNone/>
              <a:defRPr sz="18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Testing and Validation</a:t>
            </a:r>
          </a:p>
          <a:p>
            <a:pPr marL="0" indent="0" algn="l">
              <a:buNone/>
              <a:defRPr sz="18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GUI Development</a:t>
            </a:r>
          </a:p>
          <a:p>
            <a:pPr algn="l">
              <a:defRPr sz="1800"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  <a:defRPr sz="1800"/>
            </a:pP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&amp; Technologies:</a:t>
            </a:r>
          </a:p>
          <a:p>
            <a:pPr algn="l">
              <a:defRPr sz="18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Python, TensorFlow,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Keras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, OpenCV, NumPy,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Tkinter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 sz="2800"/>
            </a:pPr>
            <a:r>
              <a:rPr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18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 Analysis – 2 Weeks</a:t>
            </a:r>
          </a:p>
          <a:p>
            <a:pPr algn="l">
              <a:defRPr sz="18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Preparation – 1 Week</a:t>
            </a:r>
          </a:p>
          <a:p>
            <a:pPr algn="l">
              <a:defRPr sz="18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Development – 3 Weeks</a:t>
            </a:r>
          </a:p>
          <a:p>
            <a:pPr algn="l">
              <a:defRPr sz="18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 Development – 4 Weeks</a:t>
            </a:r>
          </a:p>
          <a:p>
            <a:pPr algn="l">
              <a:defRPr sz="18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 &amp; Evaluation – 2 Weeks</a:t>
            </a:r>
          </a:p>
          <a:p>
            <a:pPr algn="l">
              <a:defRPr sz="18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Documentation – 1 Week</a:t>
            </a:r>
          </a:p>
          <a:p>
            <a:pPr algn="l">
              <a:defRPr sz="1800"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  <a:defRPr sz="1800"/>
            </a:pP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Major Milestones:</a:t>
            </a:r>
          </a:p>
          <a:p>
            <a:pPr algn="l">
              <a:defRPr sz="18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 Training Completion</a:t>
            </a:r>
          </a:p>
          <a:p>
            <a:pPr algn="l">
              <a:defRPr sz="18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 Integration</a:t>
            </a:r>
          </a:p>
          <a:p>
            <a:pPr algn="l">
              <a:defRPr sz="18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Testing &amp; Submission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 sz="2800"/>
            </a:pPr>
            <a:r>
              <a:rPr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Outcome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l">
              <a:buNone/>
              <a:defRPr sz="1800"/>
            </a:pP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Outcome:</a:t>
            </a:r>
          </a:p>
          <a:p>
            <a:pPr algn="l">
              <a:defRPr sz="18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Brain Tumor Detection Application</a:t>
            </a:r>
          </a:p>
          <a:p>
            <a:pPr algn="l">
              <a:defRPr sz="18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Trained CNN Model</a:t>
            </a:r>
          </a:p>
          <a:p>
            <a:pPr algn="l">
              <a:defRPr sz="18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GUI-based prediction system</a:t>
            </a:r>
          </a:p>
          <a:p>
            <a:pPr algn="l">
              <a:defRPr sz="18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Accurate classification results</a:t>
            </a:r>
          </a:p>
          <a:p>
            <a:pPr algn="l">
              <a:defRPr sz="1800"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  <a:defRPr sz="1800"/>
            </a:pP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Scope:</a:t>
            </a:r>
          </a:p>
          <a:p>
            <a:pPr algn="l">
              <a:defRPr sz="18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Multi-class tumor classification</a:t>
            </a:r>
          </a:p>
          <a:p>
            <a:pPr algn="l">
              <a:defRPr sz="18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deployment</a:t>
            </a:r>
          </a:p>
          <a:p>
            <a:pPr algn="l">
              <a:defRPr sz="18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application support</a:t>
            </a:r>
          </a:p>
          <a:p>
            <a:pPr algn="l">
              <a:defRPr sz="18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segmentation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1800"/>
            </a:pPr>
            <a:r>
              <a:t>The project provides an AI-based solution for automated</a:t>
            </a:r>
          </a:p>
          <a:p>
            <a:pPr algn="l">
              <a:defRPr sz="1800"/>
            </a:pPr>
            <a:r>
              <a:t>brain tumor detection using MRI images.</a:t>
            </a:r>
          </a:p>
          <a:p>
            <a:pPr algn="l">
              <a:defRPr sz="1800"/>
            </a:pPr>
            <a:endParaRPr/>
          </a:p>
          <a:p>
            <a:pPr algn="l">
              <a:defRPr sz="1800"/>
            </a:pPr>
            <a:r>
              <a:t>The system improves diagnostic accuracy, reduces</a:t>
            </a:r>
          </a:p>
          <a:p>
            <a:pPr algn="l">
              <a:defRPr sz="1800"/>
            </a:pPr>
            <a:r>
              <a:t>manual effort, and assists healthcare professionals</a:t>
            </a:r>
          </a:p>
          <a:p>
            <a:pPr algn="l">
              <a:defRPr sz="1800"/>
            </a:pPr>
            <a:r>
              <a:t>in early diagnosis and treatment planning.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336</Words>
  <Application>Microsoft Office PowerPoint</Application>
  <PresentationFormat>On-screen Show (4:3)</PresentationFormat>
  <Paragraphs>85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Times New Roman</vt:lpstr>
      <vt:lpstr>Office Theme</vt:lpstr>
      <vt:lpstr>PowerPoint Presentation</vt:lpstr>
      <vt:lpstr>Project Overview</vt:lpstr>
      <vt:lpstr>Project Objectives</vt:lpstr>
      <vt:lpstr>Project Scope</vt:lpstr>
      <vt:lpstr>Methodology</vt:lpstr>
      <vt:lpstr>Timeline</vt:lpstr>
      <vt:lpstr>Project Outcome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vaishnavi yadav</dc:creator>
  <cp:keywords/>
  <dc:description>generated using python-pptx</dc:description>
  <cp:lastModifiedBy>vaishnavi yadav</cp:lastModifiedBy>
  <cp:revision>2</cp:revision>
  <dcterms:created xsi:type="dcterms:W3CDTF">2013-01-27T09:14:16Z</dcterms:created>
  <dcterms:modified xsi:type="dcterms:W3CDTF">2026-05-10T14:23:32Z</dcterms:modified>
  <cp:category/>
</cp:coreProperties>
</file>