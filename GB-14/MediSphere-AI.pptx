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 Black"/>
      <p:regular r:id="rId17"/>
    </p:embeddedFont>
    <p:embeddedFont>
      <p:font typeface="Montserrat Black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865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MediSphere AI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78161"/>
            <a:ext cx="1024806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Smart Clinical Recommendation &amp; Consultation System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2436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DOULAT BISWAL (202410116100070)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8616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DOLLY PRAJAPATI (202410116100069)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4797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GARGI SINGH (202410116100072)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0977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Session:2025-2026 (IV Semester)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7158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Under the supervision of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3338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Ms. Annu Yadav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59519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Assistant Professor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56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Department Of Computer Applications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71880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KIET GROUP OF INSTITUTIONS, DELHI-NCR, GHAZIABAD-201206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315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858" y="3371017"/>
            <a:ext cx="5787628" cy="682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Statement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4858" y="4138136"/>
            <a:ext cx="9378077" cy="54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Problems in Current Healthcare System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64858" y="5000149"/>
            <a:ext cx="13100685" cy="201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Patients consult wrong specialists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Delay in treatment due to confusion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early risk identification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AI assistance in symptom analysis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centralized digital consultation system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4858" y="7246977"/>
            <a:ext cx="1310068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These challenges increase medical risk and reduce healthcare efficiency.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654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64951"/>
            <a:ext cx="71868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MediSphere AI – Our Solution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33720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 AI-powered healthcare system that: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990142"/>
            <a:ext cx="7556421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Analyzes patient symptoms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Predicts medical risk level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Recommends appropriate specialist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Enables appointment booking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Supports doctors with AI-generated summary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Generates simple consultation billing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68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Modules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632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Roles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933462"/>
            <a:ext cx="4196358" cy="4069199"/>
          </a:xfrm>
          <a:prstGeom prst="roundRect">
            <a:avLst>
              <a:gd name="adj" fmla="val 22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224" y="31678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354943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0751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Patient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28224" y="4636532"/>
            <a:ext cx="3727490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Register/Login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Enter symptoms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risk score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Book appointment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Download bill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933462"/>
            <a:ext cx="4196358" cy="4069199"/>
          </a:xfrm>
          <a:prstGeom prst="roundRect">
            <a:avLst>
              <a:gd name="adj" fmla="val 22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51396" y="31678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354943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0751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Doctor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5451396" y="4636532"/>
            <a:ext cx="372749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appointments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AI summary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diagnosis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 bill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2933462"/>
            <a:ext cx="4196358" cy="4069199"/>
          </a:xfrm>
          <a:prstGeom prst="roundRect">
            <a:avLst>
              <a:gd name="adj" fmla="val 225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sx="100000" sy="100000" kx="0" ky="0" algn="bl" rotWithShape="0" blurRad="0" dist="20320" dir="2700000">
              <a:srgbClr val="151617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874568" y="31678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5161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354943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0751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</a:t>
            </a:r>
            <a:endParaRPr lang="en-US" sz="2650" dirty="0"/>
          </a:p>
        </p:txBody>
      </p:sp>
      <p:sp>
        <p:nvSpPr>
          <p:cNvPr id="18" name="Text 13"/>
          <p:cNvSpPr/>
          <p:nvPr/>
        </p:nvSpPr>
        <p:spPr>
          <a:xfrm>
            <a:off x="9874568" y="4636532"/>
            <a:ext cx="372749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Manage doctors &amp; patients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Monitor appointments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analytics &amp; revenue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53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Patient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6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1986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Register / Login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6962" y="2196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551986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5216962" y="272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Enter symptoms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40133" y="2196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551986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1" name="Text 9"/>
          <p:cNvSpPr/>
          <p:nvPr/>
        </p:nvSpPr>
        <p:spPr>
          <a:xfrm>
            <a:off x="9640133" y="2726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analyzes input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34774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383250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0068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shows: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4497229"/>
            <a:ext cx="419635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 Level (Low / Medium / High)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Recommended Specialist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Confidence 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216962" y="34774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216962" y="383250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5216962" y="4006810"/>
            <a:ext cx="3076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View doctors &amp; fees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40133" y="34774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640133" y="3832503"/>
            <a:ext cx="4196358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9640133" y="4006810"/>
            <a:ext cx="2890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Book appointment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141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6496407"/>
            <a:ext cx="13042702" cy="3048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6670715"/>
            <a:ext cx="4142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Download consultation bill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4533"/>
            <a:ext cx="8086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Doctor &amp; Billing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028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Doctor Process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044077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 appointment requests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Review AI-generated patient summary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diagnosis &amp; prescription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Confirm consultation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5028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Billing System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599521" y="4044077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Predefined consultation fee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Auto-generated digital bill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Payment status (Paid / Pending)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revenue tracking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287"/>
            <a:ext cx="8645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AI-Based Symptom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179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AI Works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858929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Patient enters symptoms 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processes keywords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Matches symptoms with medical dataset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Calculates severity score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Recommends specialist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33078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Example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60962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Input: Chest pain + sweating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714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Output: Specialist → Cardiologist Risk Level → High Confidence → 87%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6624" y="486847"/>
            <a:ext cx="4655939" cy="520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693" y="1252299"/>
            <a:ext cx="8883015" cy="6121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96194" y="5061376"/>
            <a:ext cx="2427476" cy="3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2897" y="3501921"/>
            <a:ext cx="574848" cy="574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64749" y="2490727"/>
            <a:ext cx="2506338" cy="3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2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9956" y="3852399"/>
            <a:ext cx="574848" cy="5748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47258" y="5814247"/>
            <a:ext cx="2427476" cy="3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Engine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7195" y="4202876"/>
            <a:ext cx="574849" cy="57484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02040" y="3167431"/>
            <a:ext cx="2427476" cy="32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Response</a:t>
            </a:r>
            <a:endParaRPr lang="en-US" sz="2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01199" y="4579222"/>
            <a:ext cx="574849" cy="57484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66624" y="7511534"/>
            <a:ext cx="11497151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Secure authentication using JWT.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57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1479"/>
            <a:ext cx="2845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055269"/>
            <a:ext cx="284559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React.js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Bootstrap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Axios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261479"/>
            <a:ext cx="2845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4200406" y="4055269"/>
            <a:ext cx="284559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Spring Boot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Spring Security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JWT Authentication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00406" y="5506641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07022" y="3261479"/>
            <a:ext cx="2845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Database</a:t>
            </a:r>
            <a:endParaRPr lang="en-US" sz="3550" dirty="0"/>
          </a:p>
        </p:txBody>
      </p:sp>
      <p:sp>
        <p:nvSpPr>
          <p:cNvPr id="9" name="Text 7"/>
          <p:cNvSpPr/>
          <p:nvPr/>
        </p:nvSpPr>
        <p:spPr>
          <a:xfrm>
            <a:off x="7607022" y="405526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MongoDB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07022" y="4644985"/>
            <a:ext cx="2845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Engine</a:t>
            </a:r>
            <a:endParaRPr lang="en-US" sz="3550" dirty="0"/>
          </a:p>
        </p:txBody>
      </p:sp>
      <p:sp>
        <p:nvSpPr>
          <p:cNvPr id="11" name="Text 9"/>
          <p:cNvSpPr/>
          <p:nvPr/>
        </p:nvSpPr>
        <p:spPr>
          <a:xfrm>
            <a:off x="7607022" y="543877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Rule-Based Symptom Analysis Engine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013638" y="3261479"/>
            <a:ext cx="284559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</a:t>
            </a:r>
            <a:endParaRPr lang="en-US" sz="3550" dirty="0"/>
          </a:p>
        </p:txBody>
      </p:sp>
      <p:sp>
        <p:nvSpPr>
          <p:cNvPr id="13" name="Text 11"/>
          <p:cNvSpPr/>
          <p:nvPr/>
        </p:nvSpPr>
        <p:spPr>
          <a:xfrm>
            <a:off x="11013638" y="4055269"/>
            <a:ext cx="2845594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Git &amp; GitHub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Postman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5422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26136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MediSphere AI simplifies healthcare access by intelligently guiding patients to the correct specialist and predicting risk levels using AI-assisted symptom analysis.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0521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0828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2026-02-23T05:37:11Z</dcterms:created>
  <dcterms:modified xsi:type="dcterms:W3CDTF">2026-02-23T05:37:11Z</dcterms:modified>
</cp:coreProperties>
</file>