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6387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03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48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15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4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8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2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05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3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9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02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6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47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80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20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68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1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1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Major Project-II (CA401P)</a:t>
            </a:r>
          </a:p>
          <a:p>
            <a:r>
              <a:t>Session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Organizes and tracks tasks efficiently</a:t>
            </a:r>
          </a:p>
          <a:p>
            <a:r>
              <a:t>• Reduces missed deadlines and manual effort</a:t>
            </a:r>
          </a:p>
          <a:p>
            <a:r>
              <a:t>• Uses Python, Flask/Django, and database systems</a:t>
            </a:r>
          </a:p>
          <a:p>
            <a:r>
              <a:t>• Improves productivity and task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Tasks are difficult to manage manually</a:t>
            </a:r>
          </a:p>
          <a:p>
            <a:r>
              <a:t>• Traditional methods are time-consuming</a:t>
            </a:r>
          </a:p>
          <a:p>
            <a:r>
              <a:t>• Need for structured and automated tracking</a:t>
            </a:r>
          </a:p>
          <a:p>
            <a:r>
              <a:t>• Helps students, professionals, and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Problems with Traditional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 consumption</a:t>
            </a:r>
          </a:p>
          <a:p>
            <a:r>
              <a:t>• Human errors</a:t>
            </a:r>
          </a:p>
          <a:p>
            <a:r>
              <a:t>• Inconsistent tracking</a:t>
            </a:r>
          </a:p>
          <a:p>
            <a:r>
              <a:t>• Cognitive overload</a:t>
            </a:r>
          </a:p>
          <a:p>
            <a:r>
              <a:t>• Lack of instant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efficiency and accuracy</a:t>
            </a:r>
          </a:p>
          <a:p>
            <a:r>
              <a:t>• Provides real-time insights</a:t>
            </a:r>
          </a:p>
          <a:p>
            <a:r>
              <a:t>• Ensures secure data handling</a:t>
            </a:r>
          </a:p>
          <a:p>
            <a:r>
              <a:t>• Supports integration with modern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Task Processing Module</a:t>
            </a:r>
          </a:p>
          <a:p>
            <a:r>
              <a:t>• Backend System using Flask/Django</a:t>
            </a:r>
          </a:p>
          <a:p>
            <a:r>
              <a:t>• Frontend using HTML, CSS, JavaScript</a:t>
            </a:r>
          </a:p>
          <a:p>
            <a:r>
              <a:t>• Database using MySQL/MongoDB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Processing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Task creation and updating</a:t>
            </a:r>
          </a:p>
          <a:p>
            <a:r>
              <a:t>• Deadline tracking</a:t>
            </a:r>
          </a:p>
          <a:p>
            <a:r>
              <a:t>• Priority sorting</a:t>
            </a:r>
          </a:p>
          <a:p>
            <a:r>
              <a:t>• Validation and categorization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Authentication and secure storage</a:t>
            </a:r>
          </a:p>
          <a:p>
            <a:r>
              <a:t>• API request handling</a:t>
            </a:r>
          </a:p>
          <a:p>
            <a:r>
              <a:t>• Stores tasks and metadata</a:t>
            </a:r>
          </a:p>
          <a:p>
            <a:r>
              <a:t>• Supports scalability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User-friendly dashboard</a:t>
            </a:r>
          </a:p>
          <a:p>
            <a:r>
              <a:t>• Add, edit, and delete tasks</a:t>
            </a:r>
          </a:p>
          <a:p>
            <a:r>
              <a:t>• Filter by priority and status</a:t>
            </a:r>
          </a:p>
          <a:p>
            <a:r>
              <a:t>• Easy accessibility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Modern task management systems outperform manual methods</a:t>
            </a:r>
          </a:p>
          <a:p>
            <a:r>
              <a:t>• Technologies: React, Flask, Django, MySQL, MongoDB</a:t>
            </a:r>
          </a:p>
          <a:p>
            <a:r>
              <a:t>• Inspired by Trello, Asana, and Notion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productivity</a:t>
            </a:r>
          </a:p>
          <a:p>
            <a:r>
              <a:t>• Centralized task management</a:t>
            </a:r>
          </a:p>
          <a:p>
            <a:r>
              <a:t>• High accuracy and scalability</a:t>
            </a:r>
          </a:p>
          <a:p>
            <a:r>
              <a:t>• Secure and reliable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Intel i5 processor</a:t>
            </a:r>
          </a:p>
          <a:p>
            <a:r>
              <a:t>• Minimum 4GB RAM</a:t>
            </a:r>
          </a:p>
          <a:p>
            <a:r>
              <a:t>• SSD storage recommended</a:t>
            </a:r>
          </a:p>
          <a:p>
            <a:r>
              <a:t>• Stable internet connection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Flask/Django</a:t>
            </a:r>
          </a:p>
          <a:p>
            <a:r>
              <a:t>• MySQL/MongoDB</a:t>
            </a:r>
          </a:p>
          <a:p>
            <a:r>
              <a:t>• HTML, CSS, JavaScript</a:t>
            </a:r>
          </a:p>
          <a:p>
            <a:r>
              <a:t>• Git and Postman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Requirement Gathering</a:t>
            </a:r>
          </a:p>
          <a:p>
            <a:r>
              <a:t>2. System Design</a:t>
            </a:r>
          </a:p>
          <a:p>
            <a:r>
              <a:t>3. Implementation</a:t>
            </a:r>
          </a:p>
          <a:p>
            <a:r>
              <a:t>4. Testing</a:t>
            </a:r>
          </a:p>
          <a:p>
            <a:r>
              <a:t>5.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Time-saving</a:t>
            </a:r>
          </a:p>
          <a:p>
            <a:r>
              <a:t>• Better productivity</a:t>
            </a:r>
          </a:p>
          <a:p>
            <a:r>
              <a:t>• Secure data storage</a:t>
            </a:r>
          </a:p>
          <a:p>
            <a:r>
              <a:t>• Instant task insights</a:t>
            </a:r>
          </a:p>
          <a:p>
            <a:r>
              <a:t>• Reduced manual effort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Requirement Analysis – 3 Weeks</a:t>
            </a:r>
          </a:p>
          <a:p>
            <a:r>
              <a:t>• System Design – 3 Weeks</a:t>
            </a:r>
          </a:p>
          <a:p>
            <a:r>
              <a:t>• Development – 8 Weeks</a:t>
            </a:r>
          </a:p>
          <a:p>
            <a:r>
              <a:t>• Testing – 2 Weeks</a:t>
            </a:r>
          </a:p>
          <a:p>
            <a:r>
              <a:t>• Deployment – 2 Weeks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and scalable task management solution</a:t>
            </a:r>
          </a:p>
          <a:p>
            <a:r>
              <a:t>• Enhances organization and productivity</a:t>
            </a:r>
          </a:p>
          <a:p>
            <a:r>
              <a:t>• Reduces manual tracking limitations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Software Engineering – Pressman</a:t>
            </a:r>
          </a:p>
          <a:p>
            <a:r>
              <a:t>• Fundamentals of Database Systems – Elmasri</a:t>
            </a:r>
          </a:p>
          <a:p>
            <a:r>
              <a:t>• MDN Documentation</a:t>
            </a:r>
          </a:p>
          <a:p>
            <a:r>
              <a:t>• Design Patterns – Gamma et al.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</TotalTime>
  <Words>398</Words>
  <Application>Microsoft Office PowerPoint</Application>
  <PresentationFormat>On-screen Show (4:3)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Corbel</vt:lpstr>
      <vt:lpstr>Parallax</vt:lpstr>
      <vt:lpstr>Task Management System</vt:lpstr>
      <vt:lpstr>Abstract</vt:lpstr>
      <vt:lpstr>Introduction</vt:lpstr>
      <vt:lpstr>Problems with Traditional Methods</vt:lpstr>
      <vt:lpstr>Need for Automation</vt:lpstr>
      <vt:lpstr>Proposed Solution</vt:lpstr>
      <vt:lpstr>Task Processing Module</vt:lpstr>
      <vt:lpstr>Backend &amp; Database</vt:lpstr>
      <vt:lpstr>Frontend Interface</vt:lpstr>
      <vt:lpstr>Literature Review</vt:lpstr>
      <vt:lpstr>Project Objectives</vt:lpstr>
      <vt:lpstr>Hardware Requirements</vt:lpstr>
      <vt:lpstr>Software Requirements</vt:lpstr>
      <vt:lpstr>Project Methodology</vt:lpstr>
      <vt:lpstr>Project Outcome</vt:lpstr>
      <vt:lpstr>Timeline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Aman Nayak</dc:creator>
  <cp:keywords/>
  <dc:description>generated using python-pptx</dc:description>
  <cp:lastModifiedBy>Aman Nayak</cp:lastModifiedBy>
  <cp:revision>2</cp:revision>
  <dcterms:created xsi:type="dcterms:W3CDTF">2013-01-27T09:14:16Z</dcterms:created>
  <dcterms:modified xsi:type="dcterms:W3CDTF">2026-05-11T18:42:45Z</dcterms:modified>
  <cp:category/>
</cp:coreProperties>
</file>