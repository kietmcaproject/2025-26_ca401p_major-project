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7" r:id="rId7"/>
    <p:sldId id="265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B053BD-EEE1-4747-AF70-471D7B325081}" v="1" dt="2026-02-15T15:50:27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95"/>
  </p:normalViewPr>
  <p:slideViewPr>
    <p:cSldViewPr snapToGrid="0">
      <p:cViewPr varScale="1">
        <p:scale>
          <a:sx n="70" d="100"/>
          <a:sy n="70" d="100"/>
        </p:scale>
        <p:origin x="4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noo Shukla" userId="b42b9263d6b87a34" providerId="LiveId" clId="{940340BC-C6E2-400C-8A98-C54F91BD0B84}"/>
    <pc:docChg chg="addSld delSld modSld">
      <pc:chgData name="Tannoo Shukla" userId="b42b9263d6b87a34" providerId="LiveId" clId="{940340BC-C6E2-400C-8A98-C54F91BD0B84}" dt="2026-02-16T06:03:24.094" v="172" actId="20577"/>
      <pc:docMkLst>
        <pc:docMk/>
      </pc:docMkLst>
      <pc:sldChg chg="modSp mod">
        <pc:chgData name="Tannoo Shukla" userId="b42b9263d6b87a34" providerId="LiveId" clId="{940340BC-C6E2-400C-8A98-C54F91BD0B84}" dt="2026-02-15T15:19:02.050" v="62" actId="6549"/>
        <pc:sldMkLst>
          <pc:docMk/>
          <pc:sldMk cId="2218160854" sldId="256"/>
        </pc:sldMkLst>
        <pc:spChg chg="mod">
          <ac:chgData name="Tannoo Shukla" userId="b42b9263d6b87a34" providerId="LiveId" clId="{940340BC-C6E2-400C-8A98-C54F91BD0B84}" dt="2026-02-15T15:19:02.050" v="62" actId="6549"/>
          <ac:spMkLst>
            <pc:docMk/>
            <pc:sldMk cId="2218160854" sldId="256"/>
            <ac:spMk id="7" creationId="{5DFAC4AE-B55D-13FC-16FA-087930764C96}"/>
          </ac:spMkLst>
        </pc:spChg>
      </pc:sldChg>
      <pc:sldChg chg="modSp mod">
        <pc:chgData name="Tannoo Shukla" userId="b42b9263d6b87a34" providerId="LiveId" clId="{940340BC-C6E2-400C-8A98-C54F91BD0B84}" dt="2026-02-15T15:20:51.634" v="65" actId="20577"/>
        <pc:sldMkLst>
          <pc:docMk/>
          <pc:sldMk cId="1596182739" sldId="257"/>
        </pc:sldMkLst>
        <pc:spChg chg="mod">
          <ac:chgData name="Tannoo Shukla" userId="b42b9263d6b87a34" providerId="LiveId" clId="{940340BC-C6E2-400C-8A98-C54F91BD0B84}" dt="2026-02-15T15:20:51.634" v="65" actId="20577"/>
          <ac:spMkLst>
            <pc:docMk/>
            <pc:sldMk cId="1596182739" sldId="257"/>
            <ac:spMk id="5" creationId="{CC82586F-526E-F6DB-966E-7A7CE99F30EF}"/>
          </ac:spMkLst>
        </pc:spChg>
      </pc:sldChg>
      <pc:sldChg chg="del">
        <pc:chgData name="Tannoo Shukla" userId="b42b9263d6b87a34" providerId="LiveId" clId="{940340BC-C6E2-400C-8A98-C54F91BD0B84}" dt="2026-02-15T15:20:57.967" v="66" actId="2696"/>
        <pc:sldMkLst>
          <pc:docMk/>
          <pc:sldMk cId="712150533" sldId="263"/>
        </pc:sldMkLst>
      </pc:sldChg>
      <pc:sldChg chg="modSp add mod">
        <pc:chgData name="Tannoo Shukla" userId="b42b9263d6b87a34" providerId="LiveId" clId="{940340BC-C6E2-400C-8A98-C54F91BD0B84}" dt="2026-02-16T06:03:24.094" v="172" actId="20577"/>
        <pc:sldMkLst>
          <pc:docMk/>
          <pc:sldMk cId="1588799004" sldId="267"/>
        </pc:sldMkLst>
        <pc:spChg chg="mod">
          <ac:chgData name="Tannoo Shukla" userId="b42b9263d6b87a34" providerId="LiveId" clId="{940340BC-C6E2-400C-8A98-C54F91BD0B84}" dt="2026-02-15T15:50:15.249" v="100" actId="20577"/>
          <ac:spMkLst>
            <pc:docMk/>
            <pc:sldMk cId="1588799004" sldId="267"/>
            <ac:spMk id="2" creationId="{60774A23-FF9B-1F74-C4A8-60754FD600C2}"/>
          </ac:spMkLst>
        </pc:spChg>
        <pc:spChg chg="mod">
          <ac:chgData name="Tannoo Shukla" userId="b42b9263d6b87a34" providerId="LiveId" clId="{940340BC-C6E2-400C-8A98-C54F91BD0B84}" dt="2026-02-16T06:03:24.094" v="172" actId="20577"/>
          <ac:spMkLst>
            <pc:docMk/>
            <pc:sldMk cId="1588799004" sldId="267"/>
            <ac:spMk id="4" creationId="{85ACF404-9F42-9481-635C-26CB6A00DF9A}"/>
          </ac:spMkLst>
        </pc:spChg>
      </pc:sldChg>
      <pc:sldChg chg="modSp add del mod">
        <pc:chgData name="Tannoo Shukla" userId="b42b9263d6b87a34" providerId="LiveId" clId="{940340BC-C6E2-400C-8A98-C54F91BD0B84}" dt="2026-02-15T15:51:36.586" v="137" actId="2696"/>
        <pc:sldMkLst>
          <pc:docMk/>
          <pc:sldMk cId="1417342147" sldId="268"/>
        </pc:sldMkLst>
        <pc:spChg chg="mod">
          <ac:chgData name="Tannoo Shukla" userId="b42b9263d6b87a34" providerId="LiveId" clId="{940340BC-C6E2-400C-8A98-C54F91BD0B84}" dt="2026-02-15T15:51:15.095" v="136" actId="20577"/>
          <ac:spMkLst>
            <pc:docMk/>
            <pc:sldMk cId="1417342147" sldId="268"/>
            <ac:spMk id="2" creationId="{994643BC-7C6F-4C42-C7C2-7F50835ABF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AC557B-C4FF-4DA6-ADFB-0B8808D71A1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533E5-C71A-49E0-8314-A5770E580A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16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51B0-1886-A476-963D-C65F4299E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A09DE-9C70-41F8-9D07-C44D77933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6E88-5CCE-2AEB-03CD-8517603D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1B80D-D687-4193-B7A6-107BC2D7FD10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FFA17-AEF2-5839-4B36-12208DA1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1BCBE-329D-2C6A-BCF6-2A4EAE5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3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27B5-48C7-BB00-CB56-74CA54B9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7CBBD-79C1-0E65-6949-027E3760A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BBD0E-5759-DC56-02FF-00C109B6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0C979-4D1B-4800-BB23-B28E9D13ED73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FE48-D0A8-30DF-F303-AE317AC5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5FEC-CA2C-4AD3-C48E-ED31DE16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3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37AB-515A-5ABA-721A-25D965B5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962FD-826C-BECB-CBB0-42CDC5FC1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DB465-5276-D7BF-D6CD-FFEB4C3C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FB49D-93A5-409F-8CD3-AEBDADFF099D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F1B41-CFEA-E89A-A100-EA994F27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1EC94-8A00-F615-EB54-9DE3C46B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3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351A-82A0-89C5-1042-B948C64F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337A-4E1F-4C0B-5966-EEF9078FF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218AB-14F4-2F2D-311E-2D1D2C2BD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94107-207C-F769-F8C5-1AA5188C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50B9B-697F-493D-9572-7A6C6C15CFB9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31B1C-4E03-CA4E-C75D-325B829E5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2EF0-A559-26A2-4F4C-3128D846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2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0048-BCB7-8181-DC0C-19596FB6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D55BE-8719-9F9B-3B83-6A2DB7DF2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62071-3E0F-3153-736F-0339B86CE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ADD61-EE60-902C-7CB2-B4EAA28C9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E76E1-41DC-ECA9-C807-74AC1CA7B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C983E-E81F-A45B-B4C3-64DAB7F8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486F-B25C-4D66-BCE7-DFFC0CCB44A4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D0367-48FF-0A30-AC47-54B5A5C3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CD79C-8508-76DF-EE6C-5D23F845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8C35-7462-B1A7-07E8-399F784B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B5D29-6A78-3F7B-E289-22D2224D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72684-7525-490F-9829-C1783EAB27AB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CE696-442F-2B4C-754D-6B1191F9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2C6F2-3A2A-701A-936F-398BF6A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38889-F740-7815-17A2-58BDB8CC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D5CA-9FA9-453B-BDAA-07A9BFAD031F}" type="datetime1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5484E-0DB7-B38B-3092-319CBC3E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D1043-E4AA-61E9-2738-55CDE9A8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83D0-DDE0-FCF0-2220-C8671F31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F3384-FC31-A4A9-AEF3-C957EC678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B2748-67B6-8E5A-7469-5A3CB3B34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5865-8AE1-4967-121C-74ACC2B2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FA945-25B0-42EC-89D5-00E4ABD93A75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C50A2-69BD-607C-0A65-36EAC0E6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F824B-8E73-A093-68C3-1C688C79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3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53FE-C960-BC3B-94AE-131A6C82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D1D2F-B357-5719-6F14-C0F006020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00F00-7D95-2744-32A6-251116275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2CC64-7585-6B8C-9CA7-F3CE2F7A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FA809-591B-473C-B7C3-489290B66565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FF051-A395-3330-984C-EDEEA58C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7914-2902-EBED-3710-FCAAF236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3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3D05-F10E-047E-8809-7F96D4AE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CE18-DC0F-E37D-E935-0251D47E1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91D39-482E-5927-8116-6765E233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F1BBB-919E-4933-B3A9-81BB13E593BD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2E65-0465-1E8D-0ED8-62B15303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46D1F-DEC9-52F8-F3E5-DFD3606A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9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15593-8E44-3AC4-BE91-18295078F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C1D42-2556-85C5-C065-1FE03D1C5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73C10-BDA6-6715-934F-5674A8B8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4595-26FF-4039-836D-0F526C06D1EA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EC886-3D8F-8B7D-4A52-4EAE9335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49EBA-EB25-177C-6B90-09B2EA9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3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B844C-EF0F-66AB-E02E-3F3427E8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803FC-D477-DD86-6F3D-3D7D81143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0BAE8-73E8-35B4-809F-13135752A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B9A81-04C3-43D3-B7D6-1DFAFCB844F3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CA882-60A3-0DD5-C23A-0D15C15E6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A192A-013A-B21D-9B27-17E4A21D2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3DA14-CF84-D04A-88F8-B789D22E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2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FAC4AE-B55D-13FC-16FA-087930764C96}"/>
              </a:ext>
            </a:extLst>
          </p:cNvPr>
          <p:cNvSpPr txBox="1"/>
          <p:nvPr/>
        </p:nvSpPr>
        <p:spPr>
          <a:xfrm>
            <a:off x="1545111" y="0"/>
            <a:ext cx="9638001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SYNOPSIS Presentation 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 err="1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StudyNOtion</a:t>
            </a:r>
            <a:endParaRPr lang="en-IN" sz="2000" b="1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Tannoo Shukla 202410116100220</a:t>
            </a:r>
          </a:p>
          <a:p>
            <a:pPr algn="ctr">
              <a:spcAft>
                <a:spcPts val="1000"/>
              </a:spcAft>
            </a:pPr>
            <a:r>
              <a:rPr lang="en-IN" sz="2000" dirty="0" err="1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Trapti</a:t>
            </a: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Rajput</a:t>
            </a: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202410116100224</a:t>
            </a:r>
          </a:p>
          <a:p>
            <a:pPr algn="ctr"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Tannu </a:t>
            </a:r>
            <a:r>
              <a:rPr lang="en-IN" sz="2000" dirty="0" err="1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Modanwal</a:t>
            </a: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202410116100221</a:t>
            </a:r>
          </a:p>
          <a:p>
            <a:pPr algn="ctr">
              <a:spcAft>
                <a:spcPts val="1000"/>
              </a:spcAft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Vanshika Srivastava 202410116100236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</a:t>
            </a: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Semester)</a:t>
            </a:r>
          </a:p>
          <a:p>
            <a:pPr algn="ctr">
              <a:spcAft>
                <a:spcPts val="1000"/>
              </a:spcAft>
              <a:buNone/>
            </a:pPr>
            <a:endParaRPr lang="en-IN" sz="1000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</a:t>
            </a: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Neelam Rawat (Professor)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Amit Kumar Gupta(Professor)</a:t>
            </a:r>
          </a:p>
          <a:p>
            <a:pPr algn="ctr"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DEEMED TO BE UNIVERSITY, DELHI-NCR, GHAZIABAD-201206</a:t>
            </a:r>
          </a:p>
          <a:p>
            <a:pPr algn="ctr">
              <a:spcAft>
                <a:spcPts val="1000"/>
              </a:spcAft>
            </a:pPr>
            <a:endParaRPr lang="en-IN" sz="11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48DC02B4-1A9E-669F-DEA5-5FBC82F83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79" y="118660"/>
            <a:ext cx="3309483" cy="9154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5F3810-1D6B-CAF9-DE19-8DF95C6B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6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82586F-526E-F6DB-966E-7A7CE99F30EF}"/>
              </a:ext>
            </a:extLst>
          </p:cNvPr>
          <p:cNvSpPr txBox="1"/>
          <p:nvPr/>
        </p:nvSpPr>
        <p:spPr>
          <a:xfrm>
            <a:off x="332510" y="-799"/>
            <a:ext cx="116734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Title Slide: 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title, team members, and presentation date.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Overview: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Briefly introduce the project, its purpose, and the problem it solves.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project's significance and potential impact.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Objectives: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state the specific objectives of the project.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what the project aims to achieve and how success will be measured.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Project Scope: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boundaries of the project, outlining what is included and excluded.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key features, functionalities and modules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Methodology: 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chosen software development methodology (e.g., Agile, Waterfall).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tools and technologies used for this approach.</a:t>
            </a:r>
          </a:p>
          <a:p>
            <a:pPr marL="0"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Project Outcome: Highlight the final result of the project, such as: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Publication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Web/Mobile Application Development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Filing/Grant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E9B84C-832A-DB64-4ECD-D6ECDCD6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8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B10E-8EA8-8A5A-1AD2-55FFE3D69A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C6E72CF-B15A-BC4E-886F-013C530E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" y="1405621"/>
            <a:ext cx="11496676" cy="43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sz="2000" dirty="0"/>
              <a:t>To provide an interactive and user-friendly online learning platform for students and instructors.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2000" dirty="0"/>
              <a:t>Many learning platforms are complex or lack proper interaction between learners and educator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sz="2000" dirty="0"/>
              <a:t>  provides a web-based system where students can enroll in courses and instructors can create and manage course content.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2000" dirty="0"/>
              <a:t>Improves accessibility of education and provides flexible learning opportunities.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17EC83-C8BE-16A1-9449-7C1B77C7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7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55E13-E19A-C116-0318-A510DB51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2AE5-E1B5-98CD-4E74-15135050036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B7971DF-F58B-4749-AFDE-9B96FD49A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1468903"/>
            <a:ext cx="10725150" cy="43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Develop a full-stack Ed-Tech learning platform.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Allow students to explore and enroll in courses.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Enable instructors to create and manage courses.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Provide secure authentication and user management.</a:t>
            </a:r>
            <a:r>
              <a:rPr lang="en-IN" sz="2000" dirty="0"/>
              <a:t> 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000" dirty="0"/>
              <a:t>Track student learning progress.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Measure success through system usability and user experience.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F35F8-D392-4B7B-C7A2-0AB6C36D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9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FB13-5350-392B-7510-DF240F387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86BF-2580-4D49-E9A0-8CC1C2B0DF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D2FC1-FE49-EC00-261A-5D29A2B0B30A}"/>
              </a:ext>
            </a:extLst>
          </p:cNvPr>
          <p:cNvSpPr txBox="1"/>
          <p:nvPr/>
        </p:nvSpPr>
        <p:spPr>
          <a:xfrm>
            <a:off x="1005840" y="1267968"/>
            <a:ext cx="9217152" cy="5998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Included: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User registration and login.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Course creation and enrolment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Video lectures and structured course content.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Ratings and reviews system.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Learning progress tracking.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/>
              <a:t>Live video classes (Future Scope).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Payment gateway integration (Future Scope).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Student Module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Instructor Module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Course Management System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Authentication System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AF11E-6D70-9B7D-559D-2FCE63E2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77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543F-39F4-8F5D-A20C-20EF39C8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4A23-FF9B-1F74-C4A8-60754FD600C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</a:t>
            </a:r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ECHNOLOGY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CF404-9F42-9481-635C-26CB6A00DF9A}"/>
              </a:ext>
            </a:extLst>
          </p:cNvPr>
          <p:cNvSpPr txBox="1"/>
          <p:nvPr/>
        </p:nvSpPr>
        <p:spPr>
          <a:xfrm>
            <a:off x="856648" y="1574880"/>
            <a:ext cx="9298967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Frontend:</a:t>
            </a:r>
            <a:endParaRPr lang="en-IN" dirty="0"/>
          </a:p>
          <a:p>
            <a:r>
              <a:rPr lang="en-IN"/>
              <a:t>ReactJS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Backend:</a:t>
            </a:r>
            <a:endParaRPr lang="en-IN" dirty="0"/>
          </a:p>
          <a:p>
            <a:r>
              <a:rPr lang="en-IN" dirty="0"/>
              <a:t>NodeJS</a:t>
            </a:r>
          </a:p>
          <a:p>
            <a:r>
              <a:rPr lang="en-IN" dirty="0" err="1"/>
              <a:t>ExpressJS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Database:</a:t>
            </a:r>
            <a:endParaRPr lang="en-IN" dirty="0"/>
          </a:p>
          <a:p>
            <a:r>
              <a:rPr lang="en-IN" dirty="0"/>
              <a:t>MongoDB</a:t>
            </a:r>
          </a:p>
          <a:p>
            <a:endParaRPr lang="en-IN" dirty="0"/>
          </a:p>
          <a:p>
            <a:r>
              <a:rPr lang="en-IN" b="1" dirty="0"/>
              <a:t>Other Technologies:</a:t>
            </a:r>
          </a:p>
          <a:p>
            <a:endParaRPr lang="en-IN" dirty="0"/>
          </a:p>
          <a:p>
            <a:r>
              <a:rPr lang="en-IN" dirty="0"/>
              <a:t>JWT Authentication</a:t>
            </a:r>
          </a:p>
          <a:p>
            <a:r>
              <a:rPr lang="en-IN" dirty="0"/>
              <a:t>Redux Toolkit</a:t>
            </a:r>
          </a:p>
          <a:p>
            <a:r>
              <a:rPr lang="en-IN" dirty="0"/>
              <a:t>REST APIs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73C314-D9C3-B073-BDAB-4635C18C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99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4749-A153-2CEA-62C5-302C1E53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E66E-405A-72CC-3C33-037BADA4114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68922F-1E79-4852-0511-D8F74D4CB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1" y="1756356"/>
            <a:ext cx="9765792" cy="542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Methodology: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Agile methodology was used for development with continuous improvements.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ReactJS for frontend development.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NodeJS and </a:t>
            </a:r>
            <a:r>
              <a:rPr lang="en-US" altLang="en-US" sz="2000" dirty="0" err="1">
                <a:latin typeface="Arial" panose="020B0604020202020204" pitchFamily="34" charset="0"/>
              </a:rPr>
              <a:t>ExpressJS</a:t>
            </a:r>
            <a:r>
              <a:rPr lang="en-US" altLang="en-US" sz="2000" dirty="0">
                <a:latin typeface="Arial" panose="020B0604020202020204" pitchFamily="34" charset="0"/>
              </a:rPr>
              <a:t> for backend APIs.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MongoDB for database management.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JWT for secure authentication.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Redux for state management.</a:t>
            </a:r>
          </a:p>
          <a:p>
            <a:r>
              <a:rPr lang="en-US" sz="2000" b="1" dirty="0"/>
              <a:t>Development Tools:</a:t>
            </a:r>
            <a:endParaRPr lang="en-US" sz="2000" dirty="0"/>
          </a:p>
          <a:p>
            <a:r>
              <a:rPr lang="en-US" sz="2000" dirty="0"/>
              <a:t>VS Code</a:t>
            </a:r>
          </a:p>
          <a:p>
            <a:r>
              <a:rPr lang="en-US" sz="2000" dirty="0"/>
              <a:t>MongoDB Compass</a:t>
            </a:r>
          </a:p>
          <a:p>
            <a:r>
              <a:rPr lang="en-US" sz="2000" dirty="0"/>
              <a:t>Postman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CA2E8F-9A9F-B1A7-FA6E-6C1510E0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7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D523-0584-73C5-9415-DE149D81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AACF-5B38-1DB1-4DF4-F8675D15007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2679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OUTCOME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A730080-84C6-5681-E293-4A3B7DD58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52" y="2052918"/>
            <a:ext cx="1101370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Developed a functional web-based Ed-Tech platform.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Provides course management and learning features.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Can be used as an online learning product.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Scalable for future enhancements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b="1" dirty="0"/>
              <a:t>Future Scope</a:t>
            </a:r>
          </a:p>
          <a:p>
            <a:r>
              <a:rPr lang="en-US" dirty="0"/>
              <a:t>Live class integration.</a:t>
            </a:r>
          </a:p>
          <a:p>
            <a:r>
              <a:rPr lang="en-US" dirty="0"/>
              <a:t>AI-based course recommendations.</a:t>
            </a:r>
          </a:p>
          <a:p>
            <a:r>
              <a:rPr lang="en-US" dirty="0"/>
              <a:t>Mobile application development.</a:t>
            </a:r>
          </a:p>
          <a:p>
            <a:r>
              <a:rPr lang="en-US" dirty="0"/>
              <a:t>Payment gateway integration.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D4A34-0F04-E608-5F55-0BF98C2F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8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75889-1061-6EC4-1DF4-82F93684D353}"/>
              </a:ext>
            </a:extLst>
          </p:cNvPr>
          <p:cNvSpPr txBox="1"/>
          <p:nvPr/>
        </p:nvSpPr>
        <p:spPr>
          <a:xfrm>
            <a:off x="2029968" y="2167128"/>
            <a:ext cx="78729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BE2653-193F-693B-E845-1AC4DFAD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DA14-CF84-D04A-88F8-B789D22EF2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1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514</Words>
  <Application>Microsoft Office PowerPoint</Application>
  <PresentationFormat>Widescreen</PresentationFormat>
  <Paragraphs>110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tanishka_gupta</dc:creator>
  <cp:lastModifiedBy>Tannoo Shukla</cp:lastModifiedBy>
  <cp:revision>6</cp:revision>
  <dcterms:created xsi:type="dcterms:W3CDTF">2025-08-16T13:47:45Z</dcterms:created>
  <dcterms:modified xsi:type="dcterms:W3CDTF">2026-02-16T06:03:26Z</dcterms:modified>
</cp:coreProperties>
</file>