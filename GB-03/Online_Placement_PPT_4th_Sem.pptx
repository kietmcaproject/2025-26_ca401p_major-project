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14630400" cy="8229600"/>
  <p:notesSz cx="8229600" cy="14630400"/>
  <p:embeddedFontLst>
    <p:embeddedFont>
      <p:font typeface="Kanit" panose="020B0604020202020204" charset="-34"/>
      <p:regular r:id="rId14"/>
    </p:embeddedFont>
    <p:embeddedFont>
      <p:font typeface="Martel Sans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7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91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Online Placement Registration &amp; Grievance Redressal System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02375"/>
            <a:ext cx="927139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Challenge in Traditional Systems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53389"/>
            <a:ext cx="8216265" cy="4585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180749"/>
            <a:ext cx="415468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Traditional placement and grievance systems create barriers for students and institutions alike, leading to inefficiencies and lost opportunities.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45491" y="3928229"/>
            <a:ext cx="4154686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paperwork causes delays and lack of transparency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Students struggle to register and track placements or complaints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Authorities face inefficient complaint management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Result: Frustration, lost opportunities, and low trust</a:t>
            </a:r>
            <a:endParaRPr lang="en-US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3464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5153" y="1235273"/>
            <a:ext cx="4743212" cy="41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Introducing Our Digital Solution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985153" y="1781770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671" y="1924288"/>
            <a:ext cx="427553" cy="42755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5304" y="2041922"/>
            <a:ext cx="192286" cy="19228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27671" y="2436614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Unified Platform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127671" y="2697004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Single web platform for placement registration and grievance handling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985153" y="3106103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671" y="3248620"/>
            <a:ext cx="427553" cy="427553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5304" y="3366254"/>
            <a:ext cx="192286" cy="19228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27671" y="3760946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MERN Stack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6127671" y="4021336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Built with React.js frontend, Node.js backend, MongoDB database</a:t>
            </a:r>
            <a:endParaRPr lang="en-US" sz="1100" dirty="0"/>
          </a:p>
        </p:txBody>
      </p:sp>
      <p:sp>
        <p:nvSpPr>
          <p:cNvPr id="14" name="Shape 7"/>
          <p:cNvSpPr/>
          <p:nvPr/>
        </p:nvSpPr>
        <p:spPr>
          <a:xfrm>
            <a:off x="5985153" y="4430435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7671" y="4572953"/>
            <a:ext cx="427553" cy="427553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5304" y="4690586"/>
            <a:ext cx="192286" cy="19228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127671" y="5085278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Real-Time Updates</a:t>
            </a:r>
            <a:endParaRPr lang="en-US" sz="1300" dirty="0"/>
          </a:p>
        </p:txBody>
      </p:sp>
      <p:sp>
        <p:nvSpPr>
          <p:cNvPr id="18" name="Text 9"/>
          <p:cNvSpPr/>
          <p:nvPr/>
        </p:nvSpPr>
        <p:spPr>
          <a:xfrm>
            <a:off x="6127671" y="5345668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Role-based access with seamless communication</a:t>
            </a:r>
            <a:endParaRPr lang="en-US" sz="1100" dirty="0"/>
          </a:p>
        </p:txBody>
      </p:sp>
      <p:sp>
        <p:nvSpPr>
          <p:cNvPr id="19" name="Shape 10"/>
          <p:cNvSpPr/>
          <p:nvPr/>
        </p:nvSpPr>
        <p:spPr>
          <a:xfrm>
            <a:off x="5985153" y="5754767"/>
            <a:ext cx="8146494" cy="1239560"/>
          </a:xfrm>
          <a:prstGeom prst="roundRect">
            <a:avLst>
              <a:gd name="adj" fmla="val 1725"/>
            </a:avLst>
          </a:prstGeom>
          <a:solidFill>
            <a:srgbClr val="2F2B54"/>
          </a:solidFill>
          <a:ln/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7671" y="5897285"/>
            <a:ext cx="427553" cy="427553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5304" y="6014918"/>
            <a:ext cx="192286" cy="19228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127671" y="6409611"/>
            <a:ext cx="16766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Always Accessible</a:t>
            </a:r>
            <a:endParaRPr lang="en-US" sz="1300" dirty="0"/>
          </a:p>
        </p:txBody>
      </p:sp>
      <p:sp>
        <p:nvSpPr>
          <p:cNvPr id="23" name="Text 12"/>
          <p:cNvSpPr/>
          <p:nvPr/>
        </p:nvSpPr>
        <p:spPr>
          <a:xfrm>
            <a:off x="6127671" y="6670000"/>
            <a:ext cx="7861459" cy="18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Desktop and mobile access anytime, anywhere</a:t>
            </a:r>
            <a:endParaRPr lang="en-US" sz="11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5771"/>
            <a:ext cx="567451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Features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64894"/>
            <a:ext cx="415873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145512"/>
            <a:ext cx="29303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Placement Registration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364105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Students submit profiles and apply for jobs online with digital documentation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5773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3" y="2964894"/>
            <a:ext cx="4158734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773" y="31455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Grievance Submission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773" y="364105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Easy complaint filing with detailed descriptions, attachments, and priority levels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633823" y="258853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823" y="2988826"/>
            <a:ext cx="4158853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3823" y="314551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Status Tracking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33823" y="3641050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updates on application and grievance progress with notifications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7724" y="5208865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561290"/>
            <a:ext cx="12954952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7724" y="5765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37724" y="626137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Separate dashboards for students, placement officers, and administrators</a:t>
            </a:r>
            <a:endParaRPr lang="en-US" sz="18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10289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87523"/>
            <a:ext cx="101635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System Architecture &amp; Technology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629263"/>
            <a:ext cx="4158734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598783"/>
            <a:ext cx="4158734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998" y="3270290"/>
            <a:ext cx="718066" cy="7180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73382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10751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107519" y="4723209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React.js with responsive UI for smooth user experience across all devices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5235773" y="3629263"/>
            <a:ext cx="4158734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3" y="3598783"/>
            <a:ext cx="4158734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048" y="3270290"/>
            <a:ext cx="718066" cy="7180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1432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550556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505569" y="4723209"/>
            <a:ext cx="361914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Node.js + Express.js handling API requests and business logic efficiently</a:t>
            </a:r>
            <a:endParaRPr lang="en-US" sz="1850" dirty="0"/>
          </a:p>
        </p:txBody>
      </p:sp>
      <p:sp>
        <p:nvSpPr>
          <p:cNvPr id="15" name="Shape 9"/>
          <p:cNvSpPr/>
          <p:nvPr/>
        </p:nvSpPr>
        <p:spPr>
          <a:xfrm>
            <a:off x="9633823" y="3629263"/>
            <a:ext cx="4158853" cy="2512814"/>
          </a:xfrm>
          <a:prstGeom prst="roundRect">
            <a:avLst>
              <a:gd name="adj" fmla="val 5822"/>
            </a:avLst>
          </a:prstGeom>
          <a:solidFill>
            <a:srgbClr val="100C3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823" y="3598783"/>
            <a:ext cx="4158853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4217" y="3270290"/>
            <a:ext cx="718066" cy="71806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569601" y="344983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1"/>
          <p:cNvSpPr/>
          <p:nvPr/>
        </p:nvSpPr>
        <p:spPr>
          <a:xfrm>
            <a:off x="9903619" y="42276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903619" y="4723209"/>
            <a:ext cx="36192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MongoDB for flexible, scalable data storage of users, complaints, and placements</a:t>
            </a:r>
            <a:endParaRPr lang="en-US" sz="18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1277"/>
            <a:ext cx="585751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Roles &amp; Workflows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874044"/>
            <a:ext cx="3014305" cy="3014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623203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Register profiles, apply for placements, submit grievances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233" y="1874044"/>
            <a:ext cx="3014305" cy="30143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1233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Placement Officers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51233" y="5623203"/>
            <a:ext cx="301430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 student applications, schedule interviews, update status, and coordinate recruitment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743" y="1874044"/>
            <a:ext cx="3014305" cy="3014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4743" y="51276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Grievance Officers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64743" y="5623203"/>
            <a:ext cx="30143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Receive, assign, and resolve complaints with complete audit trails and documentation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8252" y="1874044"/>
            <a:ext cx="3014424" cy="30144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8252" y="51277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Administrators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78252" y="5623322"/>
            <a:ext cx="301442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Oversee system health, manage users, generate reports, and maintain analytics dashboards</a:t>
            </a:r>
            <a:endParaRPr lang="en-US" sz="18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5BFDEC-1F21-A6AA-A301-30891922C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873" y="1927116"/>
            <a:ext cx="10103005" cy="58396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AF99E0-95BD-6104-2D21-083049218FD7}"/>
              </a:ext>
            </a:extLst>
          </p:cNvPr>
          <p:cNvSpPr txBox="1"/>
          <p:nvPr/>
        </p:nvSpPr>
        <p:spPr>
          <a:xfrm>
            <a:off x="2686756" y="462844"/>
            <a:ext cx="8816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ZERO LEVEL DFD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30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B7100C-E7BE-B951-2144-C0498ABF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371" y="1671296"/>
            <a:ext cx="10682868" cy="488700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68E437-0DE3-E580-C1B6-6390A6B2D2ED}"/>
              </a:ext>
            </a:extLst>
          </p:cNvPr>
          <p:cNvSpPr txBox="1"/>
          <p:nvPr/>
        </p:nvSpPr>
        <p:spPr>
          <a:xfrm>
            <a:off x="1885244" y="383822"/>
            <a:ext cx="8816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FIRST LEVEL DFD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90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8C4C3-C942-C80A-DC1E-1062F62D4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15" y="1547454"/>
            <a:ext cx="10917044" cy="513469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17622B-6937-A436-412E-6DEECEB82E2B}"/>
              </a:ext>
            </a:extLst>
          </p:cNvPr>
          <p:cNvSpPr txBox="1"/>
          <p:nvPr/>
        </p:nvSpPr>
        <p:spPr>
          <a:xfrm>
            <a:off x="1761067" y="361244"/>
            <a:ext cx="9076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SECOND LEVEL DFD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19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4871" y="478155"/>
            <a:ext cx="3978473" cy="49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Benefits &amp; Impact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24871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70%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2610564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Efficiency Gain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824871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Reduces manual effort and processing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34739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24/7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6320433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34739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Continuous access for students and officers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44608" y="1298853"/>
            <a:ext cx="3560683" cy="557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4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100%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10030301" y="2030849"/>
            <a:ext cx="1989177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Transparency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244608" y="2351008"/>
            <a:ext cx="356068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tracking and notifications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4871" y="4742378"/>
            <a:ext cx="6992898" cy="10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Streamlines placement and grievance processes with automation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Enhances transparency and trust through visibility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Improves student satisfaction and institutional responsiveness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Data-driven insights for continuous improvement and policy making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821" y="2850356"/>
            <a:ext cx="3575090" cy="47667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346" y="964168"/>
            <a:ext cx="7728109" cy="118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Future of E-Governance in Education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346" y="2410420"/>
            <a:ext cx="1011436" cy="1213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76636" y="2612708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Integration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76636" y="3012638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AI-powered complaint classification and intelligent prioritization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46" y="3624143"/>
            <a:ext cx="1011436" cy="12137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76636" y="3826431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Chatbot Support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76636" y="4226362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Multilingual grievance assistance and automated responses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346" y="4837867"/>
            <a:ext cx="1011436" cy="12137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76636" y="5040154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Mobile Expansion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76636" y="5440085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Dedicated mobile apps for on-the-go access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346" y="6051590"/>
            <a:ext cx="1011436" cy="12137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76636" y="6253877"/>
            <a:ext cx="237982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Blockchain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376636" y="6653808"/>
            <a:ext cx="6545818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Tamper-proof records and secure document verification</a:t>
            </a:r>
            <a:endParaRPr lang="en-US" sz="15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6302" y="7600862"/>
            <a:ext cx="2915057" cy="628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388</Words>
  <Application>Microsoft Office PowerPoint</Application>
  <PresentationFormat>Custom</PresentationFormat>
  <Paragraphs>82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Kanit</vt:lpstr>
      <vt:lpstr>Arial</vt:lpstr>
      <vt:lpstr>Martel Sans Light</vt:lpstr>
      <vt:lpstr>Kanit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lastModifiedBy>Manish Kumar</cp:lastModifiedBy>
  <cp:revision>4</cp:revision>
  <dcterms:created xsi:type="dcterms:W3CDTF">2026-02-24T16:46:51Z</dcterms:created>
  <dcterms:modified xsi:type="dcterms:W3CDTF">2026-04-16T04:14:19Z</dcterms:modified>
</cp:coreProperties>
</file>