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Quattrocento"/>
      <p:regular r:id="rId15"/>
    </p:embeddedFont>
    <p:embeddedFont>
      <p:font typeface="Quattrocento Bold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70372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E-Commerce Platform with Admin Panel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774752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Built with 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Next.js, Node.js, Express.js &amp; MongoDB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182392"/>
            <a:ext cx="965150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8083" y="3232026"/>
            <a:ext cx="1233339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MCA PROJECT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563514" y="3182392"/>
            <a:ext cx="1606302" cy="290661"/>
          </a:xfrm>
          <a:prstGeom prst="roundRect">
            <a:avLst>
              <a:gd name="adj" fmla="val 617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58020" y="3232026"/>
            <a:ext cx="1874490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ACADEMIC YEAR 2025-26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077144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741512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89108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Platform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200796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full-stack web-based online shopping platform with a dedicated admin dashboard.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23577" y="2978721"/>
            <a:ext cx="4667845" cy="1087636"/>
          </a:xfrm>
          <a:prstGeom prst="roundRect">
            <a:avLst>
              <a:gd name="adj" fmla="val 2063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673150" y="312829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Core Goals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3150" y="3438004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Seamless browsing, secure authentication, efficient order management, and full admin control.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326238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Technology Stack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2093" y="2117154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This Stack?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22093" y="2387426"/>
            <a:ext cx="3725763" cy="11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Next.js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SSR &amp; routing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React.js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component UI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Tailwind CSS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utility-first styling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Node.js + Express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RESTful API layer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MongoDB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flexible document storage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JWT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stateless auth tokens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050" y="373633"/>
            <a:ext cx="3427437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System Architecture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834" y="957932"/>
            <a:ext cx="8130332" cy="3506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3889" y="3805867"/>
            <a:ext cx="21930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MongoDB Database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53889" y="2994281"/>
            <a:ext cx="21930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Express API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3889" y="2190892"/>
            <a:ext cx="21930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Next.js 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53889" y="1379305"/>
            <a:ext cx="2193094" cy="21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Browser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3050" y="4583757"/>
            <a:ext cx="8655100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clean </a:t>
            </a:r>
            <a:pPr algn="l" indent="0" marL="0">
              <a:lnSpc>
                <a:spcPct val="123000"/>
              </a:lnSpc>
              <a:buNone/>
            </a:pPr>
            <a:r>
              <a:rPr lang="en-US" sz="9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client-server model</a:t>
            </a:r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Next.js handles rendering, Express exposes REST APIs, and MongoDB persists all data.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8965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 Features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254026"/>
            <a:ext cx="299219" cy="2992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9799" y="130544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Registration &amp; Login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09799" y="1615157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Secure sign-up with JWT-based sessions.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153766"/>
            <a:ext cx="299219" cy="2992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9799" y="220518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Search &amp; Filtering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09799" y="2514898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Find products by name, category, or price range.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053507"/>
            <a:ext cx="299219" cy="2992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9799" y="31049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Cart &amp; Checkout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09799" y="3414638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Add to cart, review, and place orders seamlessly.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577" y="3953247"/>
            <a:ext cx="299219" cy="29921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9799" y="400466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Order History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1009799" y="4314379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Track past orders and current status.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982" y="457200"/>
            <a:ext cx="34824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Admin Panel Features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982" y="1356494"/>
            <a:ext cx="5248870" cy="297433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2908" y="1125289"/>
            <a:ext cx="2695873" cy="7763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02859" y="1268090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 Management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202859" y="1567607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Full CRUD — add, edit, delete products.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2908" y="2012082"/>
            <a:ext cx="2695873" cy="7763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2859" y="2154882"/>
            <a:ext cx="1651099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Category &amp; User Control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202859" y="2454399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Organize catalog; manage user accounts.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2908" y="2898874"/>
            <a:ext cx="2695873" cy="7763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2859" y="3041675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Order Tracking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202859" y="3341191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Monitor and update order statuses.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2908" y="3785667"/>
            <a:ext cx="2695873" cy="7763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02859" y="3928467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Analytics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202859" y="4227984"/>
            <a:ext cx="2353121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Visual insights into revenue and trends.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92647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Database &amp; Security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06588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MongoDB Collections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2494806"/>
            <a:ext cx="1858194" cy="519113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</p:sp>
      <p:sp>
        <p:nvSpPr>
          <p:cNvPr id="5" name="Text 3"/>
          <p:cNvSpPr/>
          <p:nvPr/>
        </p:nvSpPr>
        <p:spPr>
          <a:xfrm>
            <a:off x="673150" y="2644378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Users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31343" y="2494806"/>
            <a:ext cx="1858194" cy="519113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2680915" y="2644378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3577" y="3163491"/>
            <a:ext cx="1858194" cy="519113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</p:sp>
      <p:sp>
        <p:nvSpPr>
          <p:cNvPr id="9" name="Text 7"/>
          <p:cNvSpPr/>
          <p:nvPr/>
        </p:nvSpPr>
        <p:spPr>
          <a:xfrm>
            <a:off x="673150" y="331306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Orders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531343" y="3163491"/>
            <a:ext cx="1858194" cy="519113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</p:sp>
      <p:sp>
        <p:nvSpPr>
          <p:cNvPr id="11" name="Text 9"/>
          <p:cNvSpPr/>
          <p:nvPr/>
        </p:nvSpPr>
        <p:spPr>
          <a:xfrm>
            <a:off x="2680915" y="3313063"/>
            <a:ext cx="15590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59226" y="2106588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Security Measures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59226" y="2476128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JWT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stateless authentication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Password hashing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bcrypt encryption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Protected routes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middleware guards</a:t>
            </a:r>
            <a:endParaRPr lang="en-US" sz="115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Input validation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sanitization layer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89335"/>
            <a:ext cx="479710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653704"/>
            <a:ext cx="4667845" cy="1696492"/>
          </a:xfrm>
          <a:prstGeom prst="roundRect">
            <a:avLst>
              <a:gd name="adj" fmla="val 1323"/>
            </a:avLst>
          </a:prstGeom>
          <a:solidFill>
            <a:srgbClr val="315251"/>
          </a:solidFill>
          <a:ln/>
        </p:spPr>
      </p:sp>
      <p:sp>
        <p:nvSpPr>
          <p:cNvPr id="5" name="Shape 2"/>
          <p:cNvSpPr/>
          <p:nvPr/>
        </p:nvSpPr>
        <p:spPr>
          <a:xfrm>
            <a:off x="3952577" y="1653704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4102150" y="180327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Project Benefits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02150" y="2112987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Fast, responsive, scalable — with intuitive admin control.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52577" y="2501950"/>
            <a:ext cx="4667845" cy="848246"/>
          </a:xfrm>
          <a:prstGeom prst="rect">
            <a:avLst/>
          </a:prstGeom>
          <a:solidFill>
            <a:srgbClr val="315251"/>
          </a:solidFill>
          <a:ln/>
        </p:spPr>
      </p:sp>
      <p:sp>
        <p:nvSpPr>
          <p:cNvPr id="9" name="Shape 6"/>
          <p:cNvSpPr/>
          <p:nvPr/>
        </p:nvSpPr>
        <p:spPr>
          <a:xfrm>
            <a:off x="3952577" y="2501950"/>
            <a:ext cx="4667845" cy="19050"/>
          </a:xfrm>
          <a:prstGeom prst="roundRect">
            <a:avLst>
              <a:gd name="adj" fmla="val 117806"/>
            </a:avLst>
          </a:prstGeom>
          <a:solidFill>
            <a:srgbClr val="4A6B6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50" y="26515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What's Next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02150" y="2961233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Payment gateway, AI recommendations, wishlist &amp; mobile app.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52577" y="3518446"/>
            <a:ext cx="4667845" cy="635719"/>
          </a:xfrm>
          <a:prstGeom prst="roundRect">
            <a:avLst>
              <a:gd name="adj" fmla="val 3530"/>
            </a:avLst>
          </a:prstGeom>
          <a:solidFill>
            <a:srgbClr val="44170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50" y="3736404"/>
            <a:ext cx="187003" cy="1495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8724" y="3705374"/>
            <a:ext cx="4489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Thank you.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Questions &amp; Answers welcome.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2026-05-29T09:03:15Z</dcterms:created>
  <dcterms:modified xsi:type="dcterms:W3CDTF">2026-05-29T09:03:15Z</dcterms:modified>
</cp:coreProperties>
</file>