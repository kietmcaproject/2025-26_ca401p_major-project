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ink/ink2.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3"/>
  </p:notesMasterIdLst>
  <p:sldIdLst>
    <p:sldId id="256" r:id="rId2"/>
    <p:sldId id="260" r:id="rId3"/>
    <p:sldId id="280" r:id="rId4"/>
    <p:sldId id="279" r:id="rId5"/>
    <p:sldId id="278" r:id="rId6"/>
    <p:sldId id="281" r:id="rId7"/>
    <p:sldId id="282" r:id="rId8"/>
    <p:sldId id="283" r:id="rId9"/>
    <p:sldId id="284" r:id="rId10"/>
    <p:sldId id="285" r:id="rId11"/>
    <p:sldId id="28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3190" autoAdjust="0"/>
  </p:normalViewPr>
  <p:slideViewPr>
    <p:cSldViewPr snapToGrid="0">
      <p:cViewPr varScale="1">
        <p:scale>
          <a:sx n="77" d="100"/>
          <a:sy n="77" d="100"/>
        </p:scale>
        <p:origin x="902"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8-18T18:34:11.894"/>
    </inkml:context>
    <inkml:brush xml:id="br0">
      <inkml:brushProperty name="width" value="0.05292" units="cm"/>
      <inkml:brushProperty name="height" value="0.05292" units="cm"/>
      <inkml:brushProperty name="color" value="#FF0000"/>
    </inkml:brush>
  </inkml:definitions>
  <inkml:trace contextRef="#ctx0" brushRef="#br0">7638 11659 0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8-18T18:23:33.172"/>
    </inkml:context>
    <inkml:brush xml:id="br0">
      <inkml:brushProperty name="width" value="0.05292" units="cm"/>
      <inkml:brushProperty name="height" value="0.05292" units="cm"/>
      <inkml:brushProperty name="color" value="#0070C0"/>
    </inkml:brush>
  </inkml:definitions>
  <inkml:trace contextRef="#ctx0" brushRef="#br0">2805 18045 0</inkml:trace>
  <inkml:trace contextRef="#ctx0" brushRef="#br0" timeOffset="835.92">2805 18045 0</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8-18T18:24:12.047"/>
    </inkml:context>
    <inkml:brush xml:id="br0">
      <inkml:brushProperty name="width" value="0.05292" units="cm"/>
      <inkml:brushProperty name="height" value="0.05292" units="cm"/>
      <inkml:brushProperty name="color" value="#0070C0"/>
    </inkml:brush>
  </inkml:definitions>
  <inkml:trace contextRef="#ctx0" brushRef="#br0">17939 9507 0</inkml:trace>
  <inkml:trace contextRef="#ctx0" brushRef="#br0" timeOffset="2241.39">7302 13899 0</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8-18T18:24:18.676"/>
    </inkml:context>
    <inkml:brush xml:id="br0">
      <inkml:brushProperty name="width" value="0.05292" units="cm"/>
      <inkml:brushProperty name="height" value="0.05292" units="cm"/>
      <inkml:brushProperty name="color" value="#0070C0"/>
    </inkml:brush>
  </inkml:definitions>
  <inkml:trace contextRef="#ctx0" brushRef="#br0">22878 2505 0</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8-18T18:34:00.332"/>
    </inkml:context>
    <inkml:brush xml:id="br0">
      <inkml:brushProperty name="width" value="0.05292" units="cm"/>
      <inkml:brushProperty name="height" value="0.05292" units="cm"/>
      <inkml:brushProperty name="color" value="#FF0000"/>
    </inkml:brush>
  </inkml:definitions>
  <inkml:trace contextRef="#ctx0" brushRef="#br0">9578 12682 0</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8-18T18:24:43.194"/>
    </inkml:context>
    <inkml:brush xml:id="br0">
      <inkml:brushProperty name="width" value="0.05292" units="cm"/>
      <inkml:brushProperty name="height" value="0.05292" units="cm"/>
      <inkml:brushProperty name="color" value="#0070C0"/>
    </inkml:brush>
  </inkml:definitions>
  <inkml:trace contextRef="#ctx0" brushRef="#br0">5786 4992 0</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8-18T18:25:36.042"/>
    </inkml:context>
    <inkml:brush xml:id="br0">
      <inkml:brushProperty name="width" value="0.05292" units="cm"/>
      <inkml:brushProperty name="height" value="0.05292" units="cm"/>
      <inkml:brushProperty name="color" value="#0070C0"/>
    </inkml:brush>
  </inkml:definitions>
  <inkml:trace contextRef="#ctx0" brushRef="#br0">24447 6667 0</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8-18T18:28:10.003"/>
    </inkml:context>
    <inkml:brush xml:id="br0">
      <inkml:brushProperty name="width" value="0.05292" units="cm"/>
      <inkml:brushProperty name="height" value="0.05292" units="cm"/>
      <inkml:brushProperty name="color" value="#FF0000"/>
    </inkml:brush>
  </inkml:definitions>
  <inkml:trace contextRef="#ctx0" brushRef="#br0">2011 18045 0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63A374-E257-BA40-8027-2F76366D0775}" type="datetimeFigureOut">
              <a:rPr lang="en-US" smtClean="0"/>
              <a:pPr/>
              <a:t>8/20/2025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0A341E-1834-1A45-B594-3CD153D3973B}" type="slidenum">
              <a:rPr lang="en-US" smtClean="0"/>
              <a:pPr/>
              <a:t>‹#›</a:t>
            </a:fld>
            <a:endParaRPr lang="en-US"/>
          </a:p>
        </p:txBody>
      </p:sp>
    </p:spTree>
    <p:extLst>
      <p:ext uri="{BB962C8B-B14F-4D97-AF65-F5344CB8AC3E}">
        <p14:creationId xmlns:p14="http://schemas.microsoft.com/office/powerpoint/2010/main" val="3830509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90C58-30EB-33E3-EF44-3DB9F34A5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FC2EB-83B8-88ED-F0B3-6821DDF228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F76099-BC16-C0D6-F315-4BC62070E3F9}"/>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E2A9CDA9-0E55-9774-8481-CF12B566A576}"/>
              </a:ext>
            </a:extLst>
          </p:cNvPr>
          <p:cNvSpPr>
            <a:spLocks noGrp="1"/>
          </p:cNvSpPr>
          <p:nvPr>
            <p:ph type="sldNum" sz="quarter" idx="5"/>
          </p:nvPr>
        </p:nvSpPr>
        <p:spPr/>
        <p:txBody>
          <a:bodyPr/>
          <a:lstStyle/>
          <a:p>
            <a:fld id="{7919DA09-95EA-445C-8C87-C274365D506A}" type="slidenum">
              <a:rPr lang="en-IN" smtClean="0"/>
              <a:pPr/>
              <a:t>2</a:t>
            </a:fld>
            <a:endParaRPr lang="en-IN"/>
          </a:p>
        </p:txBody>
      </p:sp>
    </p:spTree>
    <p:extLst>
      <p:ext uri="{BB962C8B-B14F-4D97-AF65-F5344CB8AC3E}">
        <p14:creationId xmlns:p14="http://schemas.microsoft.com/office/powerpoint/2010/main" val="2767482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D8AC6-6700-CBE7-3C76-9A369E2E4C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BB2444-1239-C454-9ACC-2FDB5E40B0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75F482-91D6-FA43-1659-3D1F27B35DB7}"/>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966FDC7B-E6E3-57AC-0D6F-716250CFB890}"/>
              </a:ext>
            </a:extLst>
          </p:cNvPr>
          <p:cNvSpPr>
            <a:spLocks noGrp="1"/>
          </p:cNvSpPr>
          <p:nvPr>
            <p:ph type="sldNum" sz="quarter" idx="5"/>
          </p:nvPr>
        </p:nvSpPr>
        <p:spPr/>
        <p:txBody>
          <a:bodyPr/>
          <a:lstStyle/>
          <a:p>
            <a:fld id="{7919DA09-95EA-445C-8C87-C274365D506A}" type="slidenum">
              <a:rPr lang="en-IN" smtClean="0"/>
              <a:pPr/>
              <a:t>3</a:t>
            </a:fld>
            <a:endParaRPr lang="en-IN"/>
          </a:p>
        </p:txBody>
      </p:sp>
    </p:spTree>
    <p:extLst>
      <p:ext uri="{BB962C8B-B14F-4D97-AF65-F5344CB8AC3E}">
        <p14:creationId xmlns:p14="http://schemas.microsoft.com/office/powerpoint/2010/main" val="1267862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D2F63-4643-B2E2-A5B6-4B78D9B13F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D8C22-FC04-D27C-410A-D086B2663E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704DA1-B2C1-9857-6885-D6C58FFE76A2}"/>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78045303-402D-C024-2ED0-4C8D3206ACE6}"/>
              </a:ext>
            </a:extLst>
          </p:cNvPr>
          <p:cNvSpPr>
            <a:spLocks noGrp="1"/>
          </p:cNvSpPr>
          <p:nvPr>
            <p:ph type="sldNum" sz="quarter" idx="5"/>
          </p:nvPr>
        </p:nvSpPr>
        <p:spPr/>
        <p:txBody>
          <a:bodyPr/>
          <a:lstStyle/>
          <a:p>
            <a:fld id="{7919DA09-95EA-445C-8C87-C274365D506A}" type="slidenum">
              <a:rPr lang="en-IN" smtClean="0"/>
              <a:pPr/>
              <a:t>4</a:t>
            </a:fld>
            <a:endParaRPr lang="en-IN"/>
          </a:p>
        </p:txBody>
      </p:sp>
    </p:spTree>
    <p:extLst>
      <p:ext uri="{BB962C8B-B14F-4D97-AF65-F5344CB8AC3E}">
        <p14:creationId xmlns:p14="http://schemas.microsoft.com/office/powerpoint/2010/main" val="504754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69F10-B4FA-1A41-4BBD-F86AF58312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DC952D-6AD9-1875-0001-A4B3DE9255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5DAE2-F7A8-A8AA-CC30-F3711A99C98E}"/>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A1999DE0-4263-48EA-1F0E-CCB6EE4BA458}"/>
              </a:ext>
            </a:extLst>
          </p:cNvPr>
          <p:cNvSpPr>
            <a:spLocks noGrp="1"/>
          </p:cNvSpPr>
          <p:nvPr>
            <p:ph type="sldNum" sz="quarter" idx="5"/>
          </p:nvPr>
        </p:nvSpPr>
        <p:spPr/>
        <p:txBody>
          <a:bodyPr/>
          <a:lstStyle/>
          <a:p>
            <a:fld id="{7919DA09-95EA-445C-8C87-C274365D506A}" type="slidenum">
              <a:rPr lang="en-IN" smtClean="0"/>
              <a:pPr/>
              <a:t>5</a:t>
            </a:fld>
            <a:endParaRPr lang="en-IN"/>
          </a:p>
        </p:txBody>
      </p:sp>
    </p:spTree>
    <p:extLst>
      <p:ext uri="{BB962C8B-B14F-4D97-AF65-F5344CB8AC3E}">
        <p14:creationId xmlns:p14="http://schemas.microsoft.com/office/powerpoint/2010/main" val="2502390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F37DB-3A3A-EE02-2C41-C84D81A600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40214C2-6754-45EF-721E-A47B8DF8B8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BE18354-FFB1-BE3E-7CA9-8C38E6676B8D}"/>
              </a:ext>
            </a:extLst>
          </p:cNvPr>
          <p:cNvSpPr>
            <a:spLocks noGrp="1"/>
          </p:cNvSpPr>
          <p:nvPr>
            <p:ph type="dt" sz="half" idx="10"/>
          </p:nvPr>
        </p:nvSpPr>
        <p:spPr/>
        <p:txBody>
          <a:bodyPr/>
          <a:lstStyle/>
          <a:p>
            <a:fld id="{CCD0576A-07DB-3B46-AC99-97A70AE23956}" type="datetimeFigureOut">
              <a:rPr lang="en-US" smtClean="0"/>
              <a:pPr/>
              <a:t>8/20/2025</a:t>
            </a:fld>
            <a:endParaRPr lang="en-US"/>
          </a:p>
        </p:txBody>
      </p:sp>
      <p:sp>
        <p:nvSpPr>
          <p:cNvPr id="5" name="Footer Placeholder 4">
            <a:extLst>
              <a:ext uri="{FF2B5EF4-FFF2-40B4-BE49-F238E27FC236}">
                <a16:creationId xmlns:a16="http://schemas.microsoft.com/office/drawing/2014/main" id="{03A10F9B-EB62-E947-FBAD-921289E88E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5787E-38F5-2087-E9F1-5199CAC0DEAE}"/>
              </a:ext>
            </a:extLst>
          </p:cNvPr>
          <p:cNvSpPr>
            <a:spLocks noGrp="1"/>
          </p:cNvSpPr>
          <p:nvPr>
            <p:ph type="sldNum" sz="quarter" idx="12"/>
          </p:nvPr>
        </p:nvSpPr>
        <p:spPr/>
        <p:txBody>
          <a:bodyPr/>
          <a:lstStyle/>
          <a:p>
            <a:fld id="{485EAFB7-D942-8C40-850B-F7A53EC532FC}" type="slidenum">
              <a:rPr lang="en-US" smtClean="0"/>
              <a:pPr/>
              <a:t>‹#›</a:t>
            </a:fld>
            <a:endParaRPr lang="en-US"/>
          </a:p>
        </p:txBody>
      </p:sp>
    </p:spTree>
    <p:extLst>
      <p:ext uri="{BB962C8B-B14F-4D97-AF65-F5344CB8AC3E}">
        <p14:creationId xmlns:p14="http://schemas.microsoft.com/office/powerpoint/2010/main" val="1569574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58293-206B-78C6-51A6-AB3376582E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D8CB2F-C619-DD01-EDD6-F41215DD18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829FB9-EF7D-5FAB-8286-21FA03A91034}"/>
              </a:ext>
            </a:extLst>
          </p:cNvPr>
          <p:cNvSpPr>
            <a:spLocks noGrp="1"/>
          </p:cNvSpPr>
          <p:nvPr>
            <p:ph type="dt" sz="half" idx="10"/>
          </p:nvPr>
        </p:nvSpPr>
        <p:spPr/>
        <p:txBody>
          <a:bodyPr/>
          <a:lstStyle/>
          <a:p>
            <a:fld id="{CCD0576A-07DB-3B46-AC99-97A70AE23956}" type="datetimeFigureOut">
              <a:rPr lang="en-US" smtClean="0"/>
              <a:pPr/>
              <a:t>8/20/2025</a:t>
            </a:fld>
            <a:endParaRPr lang="en-US"/>
          </a:p>
        </p:txBody>
      </p:sp>
      <p:sp>
        <p:nvSpPr>
          <p:cNvPr id="5" name="Footer Placeholder 4">
            <a:extLst>
              <a:ext uri="{FF2B5EF4-FFF2-40B4-BE49-F238E27FC236}">
                <a16:creationId xmlns:a16="http://schemas.microsoft.com/office/drawing/2014/main" id="{F330E672-BA92-F4AA-42FA-AF4BBA6EE5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36ABDD-CED9-3FDE-E556-23323A7BFE2D}"/>
              </a:ext>
            </a:extLst>
          </p:cNvPr>
          <p:cNvSpPr>
            <a:spLocks noGrp="1"/>
          </p:cNvSpPr>
          <p:nvPr>
            <p:ph type="sldNum" sz="quarter" idx="12"/>
          </p:nvPr>
        </p:nvSpPr>
        <p:spPr/>
        <p:txBody>
          <a:bodyPr/>
          <a:lstStyle/>
          <a:p>
            <a:fld id="{485EAFB7-D942-8C40-850B-F7A53EC532FC}" type="slidenum">
              <a:rPr lang="en-US" smtClean="0"/>
              <a:pPr/>
              <a:t>‹#›</a:t>
            </a:fld>
            <a:endParaRPr lang="en-US"/>
          </a:p>
        </p:txBody>
      </p:sp>
    </p:spTree>
    <p:extLst>
      <p:ext uri="{BB962C8B-B14F-4D97-AF65-F5344CB8AC3E}">
        <p14:creationId xmlns:p14="http://schemas.microsoft.com/office/powerpoint/2010/main" val="1297178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88BEE-50BD-7D4A-5601-E1E2F9E6F3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A10F75B-7CA4-BB50-B8E1-F83AE86E4E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B55F86B-DB4F-3E9D-FBE1-45F89CF9EDE7}"/>
              </a:ext>
            </a:extLst>
          </p:cNvPr>
          <p:cNvSpPr>
            <a:spLocks noGrp="1"/>
          </p:cNvSpPr>
          <p:nvPr>
            <p:ph type="dt" sz="half" idx="10"/>
          </p:nvPr>
        </p:nvSpPr>
        <p:spPr/>
        <p:txBody>
          <a:bodyPr/>
          <a:lstStyle/>
          <a:p>
            <a:fld id="{CCD0576A-07DB-3B46-AC99-97A70AE23956}" type="datetimeFigureOut">
              <a:rPr lang="en-US" smtClean="0"/>
              <a:pPr/>
              <a:t>8/20/2025</a:t>
            </a:fld>
            <a:endParaRPr lang="en-US"/>
          </a:p>
        </p:txBody>
      </p:sp>
      <p:sp>
        <p:nvSpPr>
          <p:cNvPr id="5" name="Footer Placeholder 4">
            <a:extLst>
              <a:ext uri="{FF2B5EF4-FFF2-40B4-BE49-F238E27FC236}">
                <a16:creationId xmlns:a16="http://schemas.microsoft.com/office/drawing/2014/main" id="{B4508FCE-B768-A5C5-145E-F3EF5B6D70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EC15FB-4737-466C-9B70-C9A1042024F0}"/>
              </a:ext>
            </a:extLst>
          </p:cNvPr>
          <p:cNvSpPr>
            <a:spLocks noGrp="1"/>
          </p:cNvSpPr>
          <p:nvPr>
            <p:ph type="sldNum" sz="quarter" idx="12"/>
          </p:nvPr>
        </p:nvSpPr>
        <p:spPr/>
        <p:txBody>
          <a:bodyPr/>
          <a:lstStyle/>
          <a:p>
            <a:fld id="{485EAFB7-D942-8C40-850B-F7A53EC532FC}" type="slidenum">
              <a:rPr lang="en-US" smtClean="0"/>
              <a:pPr/>
              <a:t>‹#›</a:t>
            </a:fld>
            <a:endParaRPr lang="en-US"/>
          </a:p>
        </p:txBody>
      </p:sp>
    </p:spTree>
    <p:extLst>
      <p:ext uri="{BB962C8B-B14F-4D97-AF65-F5344CB8AC3E}">
        <p14:creationId xmlns:p14="http://schemas.microsoft.com/office/powerpoint/2010/main" val="3461830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56FC7-5CB4-4F7E-F5F4-6351A6C6E2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6EEF21-F47F-4BB5-208A-B863D97139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48227B1-A971-5BFA-5CBD-EAEC24CC5C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7DC0C4E-8F6C-924C-B601-A53CB7F04C34}"/>
              </a:ext>
            </a:extLst>
          </p:cNvPr>
          <p:cNvSpPr>
            <a:spLocks noGrp="1"/>
          </p:cNvSpPr>
          <p:nvPr>
            <p:ph type="dt" sz="half" idx="10"/>
          </p:nvPr>
        </p:nvSpPr>
        <p:spPr/>
        <p:txBody>
          <a:bodyPr/>
          <a:lstStyle/>
          <a:p>
            <a:fld id="{CCD0576A-07DB-3B46-AC99-97A70AE23956}" type="datetimeFigureOut">
              <a:rPr lang="en-US" smtClean="0"/>
              <a:pPr/>
              <a:t>8/20/2025</a:t>
            </a:fld>
            <a:endParaRPr lang="en-US"/>
          </a:p>
        </p:txBody>
      </p:sp>
      <p:sp>
        <p:nvSpPr>
          <p:cNvPr id="6" name="Footer Placeholder 5">
            <a:extLst>
              <a:ext uri="{FF2B5EF4-FFF2-40B4-BE49-F238E27FC236}">
                <a16:creationId xmlns:a16="http://schemas.microsoft.com/office/drawing/2014/main" id="{EFDAA8D7-A3BB-091C-8FF6-9860913FBA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B66E36-C4C1-C037-721B-0FE0900376D1}"/>
              </a:ext>
            </a:extLst>
          </p:cNvPr>
          <p:cNvSpPr>
            <a:spLocks noGrp="1"/>
          </p:cNvSpPr>
          <p:nvPr>
            <p:ph type="sldNum" sz="quarter" idx="12"/>
          </p:nvPr>
        </p:nvSpPr>
        <p:spPr/>
        <p:txBody>
          <a:bodyPr/>
          <a:lstStyle/>
          <a:p>
            <a:fld id="{485EAFB7-D942-8C40-850B-F7A53EC532FC}" type="slidenum">
              <a:rPr lang="en-US" smtClean="0"/>
              <a:pPr/>
              <a:t>‹#›</a:t>
            </a:fld>
            <a:endParaRPr lang="en-US"/>
          </a:p>
        </p:txBody>
      </p:sp>
    </p:spTree>
    <p:extLst>
      <p:ext uri="{BB962C8B-B14F-4D97-AF65-F5344CB8AC3E}">
        <p14:creationId xmlns:p14="http://schemas.microsoft.com/office/powerpoint/2010/main" val="2320376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3D6B7-ED55-04D9-D3DB-12BF50E8F62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FC0AAF-9899-603B-9443-68617C9067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CB4CC5-D27B-1DD4-01B7-C99C2EAE39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EEC2A9-5668-7F65-775B-489847F38D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ABE5BB-8630-C02A-F718-89B37036E6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539DBC-3C2F-E67D-B28A-9D8C241DF3D4}"/>
              </a:ext>
            </a:extLst>
          </p:cNvPr>
          <p:cNvSpPr>
            <a:spLocks noGrp="1"/>
          </p:cNvSpPr>
          <p:nvPr>
            <p:ph type="dt" sz="half" idx="10"/>
          </p:nvPr>
        </p:nvSpPr>
        <p:spPr/>
        <p:txBody>
          <a:bodyPr/>
          <a:lstStyle/>
          <a:p>
            <a:fld id="{CCD0576A-07DB-3B46-AC99-97A70AE23956}" type="datetimeFigureOut">
              <a:rPr lang="en-US" smtClean="0"/>
              <a:pPr/>
              <a:t>8/20/2025</a:t>
            </a:fld>
            <a:endParaRPr lang="en-US"/>
          </a:p>
        </p:txBody>
      </p:sp>
      <p:sp>
        <p:nvSpPr>
          <p:cNvPr id="8" name="Footer Placeholder 7">
            <a:extLst>
              <a:ext uri="{FF2B5EF4-FFF2-40B4-BE49-F238E27FC236}">
                <a16:creationId xmlns:a16="http://schemas.microsoft.com/office/drawing/2014/main" id="{7D350E21-43E7-B9C5-9D25-095A8CA00EC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119002-E66E-1669-4C25-E98C1266F651}"/>
              </a:ext>
            </a:extLst>
          </p:cNvPr>
          <p:cNvSpPr>
            <a:spLocks noGrp="1"/>
          </p:cNvSpPr>
          <p:nvPr>
            <p:ph type="sldNum" sz="quarter" idx="12"/>
          </p:nvPr>
        </p:nvSpPr>
        <p:spPr/>
        <p:txBody>
          <a:bodyPr/>
          <a:lstStyle/>
          <a:p>
            <a:fld id="{485EAFB7-D942-8C40-850B-F7A53EC532FC}" type="slidenum">
              <a:rPr lang="en-US" smtClean="0"/>
              <a:pPr/>
              <a:t>‹#›</a:t>
            </a:fld>
            <a:endParaRPr lang="en-US"/>
          </a:p>
        </p:txBody>
      </p:sp>
    </p:spTree>
    <p:extLst>
      <p:ext uri="{BB962C8B-B14F-4D97-AF65-F5344CB8AC3E}">
        <p14:creationId xmlns:p14="http://schemas.microsoft.com/office/powerpoint/2010/main" val="2057216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223E4-BB24-C201-975D-CF4F45EF78A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6C02FC3-9870-F302-952C-829ED5CCD982}"/>
              </a:ext>
            </a:extLst>
          </p:cNvPr>
          <p:cNvSpPr>
            <a:spLocks noGrp="1"/>
          </p:cNvSpPr>
          <p:nvPr>
            <p:ph type="dt" sz="half" idx="10"/>
          </p:nvPr>
        </p:nvSpPr>
        <p:spPr/>
        <p:txBody>
          <a:bodyPr/>
          <a:lstStyle/>
          <a:p>
            <a:fld id="{CCD0576A-07DB-3B46-AC99-97A70AE23956}" type="datetimeFigureOut">
              <a:rPr lang="en-US" smtClean="0"/>
              <a:pPr/>
              <a:t>8/20/2025</a:t>
            </a:fld>
            <a:endParaRPr lang="en-US"/>
          </a:p>
        </p:txBody>
      </p:sp>
      <p:sp>
        <p:nvSpPr>
          <p:cNvPr id="4" name="Footer Placeholder 3">
            <a:extLst>
              <a:ext uri="{FF2B5EF4-FFF2-40B4-BE49-F238E27FC236}">
                <a16:creationId xmlns:a16="http://schemas.microsoft.com/office/drawing/2014/main" id="{FBD266AB-AA93-6DD9-018B-4973F8FA42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5112736-CFCC-7FF0-0644-5DE29D453A65}"/>
              </a:ext>
            </a:extLst>
          </p:cNvPr>
          <p:cNvSpPr>
            <a:spLocks noGrp="1"/>
          </p:cNvSpPr>
          <p:nvPr>
            <p:ph type="sldNum" sz="quarter" idx="12"/>
          </p:nvPr>
        </p:nvSpPr>
        <p:spPr/>
        <p:txBody>
          <a:bodyPr/>
          <a:lstStyle/>
          <a:p>
            <a:fld id="{485EAFB7-D942-8C40-850B-F7A53EC532FC}" type="slidenum">
              <a:rPr lang="en-US" smtClean="0"/>
              <a:pPr/>
              <a:t>‹#›</a:t>
            </a:fld>
            <a:endParaRPr lang="en-US"/>
          </a:p>
        </p:txBody>
      </p:sp>
    </p:spTree>
    <p:extLst>
      <p:ext uri="{BB962C8B-B14F-4D97-AF65-F5344CB8AC3E}">
        <p14:creationId xmlns:p14="http://schemas.microsoft.com/office/powerpoint/2010/main" val="2423972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975A9F-6A4E-67F4-A3D9-502F353071F8}"/>
              </a:ext>
            </a:extLst>
          </p:cNvPr>
          <p:cNvSpPr>
            <a:spLocks noGrp="1"/>
          </p:cNvSpPr>
          <p:nvPr>
            <p:ph type="dt" sz="half" idx="10"/>
          </p:nvPr>
        </p:nvSpPr>
        <p:spPr/>
        <p:txBody>
          <a:bodyPr/>
          <a:lstStyle/>
          <a:p>
            <a:fld id="{CCD0576A-07DB-3B46-AC99-97A70AE23956}" type="datetimeFigureOut">
              <a:rPr lang="en-US" smtClean="0"/>
              <a:pPr/>
              <a:t>8/20/2025</a:t>
            </a:fld>
            <a:endParaRPr lang="en-US"/>
          </a:p>
        </p:txBody>
      </p:sp>
      <p:sp>
        <p:nvSpPr>
          <p:cNvPr id="3" name="Footer Placeholder 2">
            <a:extLst>
              <a:ext uri="{FF2B5EF4-FFF2-40B4-BE49-F238E27FC236}">
                <a16:creationId xmlns:a16="http://schemas.microsoft.com/office/drawing/2014/main" id="{144737B0-647A-2A63-B29C-33886B69CA2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9B249AB-1141-FA45-5784-9504D5994F53}"/>
              </a:ext>
            </a:extLst>
          </p:cNvPr>
          <p:cNvSpPr>
            <a:spLocks noGrp="1"/>
          </p:cNvSpPr>
          <p:nvPr>
            <p:ph type="sldNum" sz="quarter" idx="12"/>
          </p:nvPr>
        </p:nvSpPr>
        <p:spPr/>
        <p:txBody>
          <a:bodyPr/>
          <a:lstStyle/>
          <a:p>
            <a:fld id="{485EAFB7-D942-8C40-850B-F7A53EC532FC}" type="slidenum">
              <a:rPr lang="en-US" smtClean="0"/>
              <a:pPr/>
              <a:t>‹#›</a:t>
            </a:fld>
            <a:endParaRPr lang="en-US"/>
          </a:p>
        </p:txBody>
      </p:sp>
    </p:spTree>
    <p:extLst>
      <p:ext uri="{BB962C8B-B14F-4D97-AF65-F5344CB8AC3E}">
        <p14:creationId xmlns:p14="http://schemas.microsoft.com/office/powerpoint/2010/main" val="526773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D79AA-0E3A-0245-6FC7-0EBFDA75A2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FE55B-8E36-79CA-0FE9-D175477A01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42BB7BF-7A36-A702-0E84-DAD887AC07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41541C-FB85-EEC8-76BB-14F7FBA99986}"/>
              </a:ext>
            </a:extLst>
          </p:cNvPr>
          <p:cNvSpPr>
            <a:spLocks noGrp="1"/>
          </p:cNvSpPr>
          <p:nvPr>
            <p:ph type="dt" sz="half" idx="10"/>
          </p:nvPr>
        </p:nvSpPr>
        <p:spPr/>
        <p:txBody>
          <a:bodyPr/>
          <a:lstStyle/>
          <a:p>
            <a:fld id="{CCD0576A-07DB-3B46-AC99-97A70AE23956}" type="datetimeFigureOut">
              <a:rPr lang="en-US" smtClean="0"/>
              <a:pPr/>
              <a:t>8/20/2025</a:t>
            </a:fld>
            <a:endParaRPr lang="en-US"/>
          </a:p>
        </p:txBody>
      </p:sp>
      <p:sp>
        <p:nvSpPr>
          <p:cNvPr id="6" name="Footer Placeholder 5">
            <a:extLst>
              <a:ext uri="{FF2B5EF4-FFF2-40B4-BE49-F238E27FC236}">
                <a16:creationId xmlns:a16="http://schemas.microsoft.com/office/drawing/2014/main" id="{7EED5F46-53E3-4DC8-AA4A-6006BEF279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03544A-5A0F-94A2-6E32-14DF8267F766}"/>
              </a:ext>
            </a:extLst>
          </p:cNvPr>
          <p:cNvSpPr>
            <a:spLocks noGrp="1"/>
          </p:cNvSpPr>
          <p:nvPr>
            <p:ph type="sldNum" sz="quarter" idx="12"/>
          </p:nvPr>
        </p:nvSpPr>
        <p:spPr/>
        <p:txBody>
          <a:bodyPr/>
          <a:lstStyle/>
          <a:p>
            <a:fld id="{485EAFB7-D942-8C40-850B-F7A53EC532FC}" type="slidenum">
              <a:rPr lang="en-US" smtClean="0"/>
              <a:pPr/>
              <a:t>‹#›</a:t>
            </a:fld>
            <a:endParaRPr lang="en-US"/>
          </a:p>
        </p:txBody>
      </p:sp>
    </p:spTree>
    <p:extLst>
      <p:ext uri="{BB962C8B-B14F-4D97-AF65-F5344CB8AC3E}">
        <p14:creationId xmlns:p14="http://schemas.microsoft.com/office/powerpoint/2010/main" val="1204227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DB032-0718-D728-DBD6-3AA4D16B32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41F5D66-0F73-A682-7D16-1FC71F3509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7B8E6E7-6FFD-94E9-110A-AF63942DAF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88263F-962E-67C6-079B-DB77070F39A9}"/>
              </a:ext>
            </a:extLst>
          </p:cNvPr>
          <p:cNvSpPr>
            <a:spLocks noGrp="1"/>
          </p:cNvSpPr>
          <p:nvPr>
            <p:ph type="dt" sz="half" idx="10"/>
          </p:nvPr>
        </p:nvSpPr>
        <p:spPr/>
        <p:txBody>
          <a:bodyPr/>
          <a:lstStyle/>
          <a:p>
            <a:fld id="{CCD0576A-07DB-3B46-AC99-97A70AE23956}" type="datetimeFigureOut">
              <a:rPr lang="en-US" smtClean="0"/>
              <a:pPr/>
              <a:t>8/20/2025</a:t>
            </a:fld>
            <a:endParaRPr lang="en-US"/>
          </a:p>
        </p:txBody>
      </p:sp>
      <p:sp>
        <p:nvSpPr>
          <p:cNvPr id="6" name="Footer Placeholder 5">
            <a:extLst>
              <a:ext uri="{FF2B5EF4-FFF2-40B4-BE49-F238E27FC236}">
                <a16:creationId xmlns:a16="http://schemas.microsoft.com/office/drawing/2014/main" id="{3C5179E2-FA54-429A-BD7E-ADE50708E3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E76684-6B3A-18B1-8484-9FDBBD8A6C6A}"/>
              </a:ext>
            </a:extLst>
          </p:cNvPr>
          <p:cNvSpPr>
            <a:spLocks noGrp="1"/>
          </p:cNvSpPr>
          <p:nvPr>
            <p:ph type="sldNum" sz="quarter" idx="12"/>
          </p:nvPr>
        </p:nvSpPr>
        <p:spPr/>
        <p:txBody>
          <a:bodyPr/>
          <a:lstStyle/>
          <a:p>
            <a:fld id="{485EAFB7-D942-8C40-850B-F7A53EC532FC}" type="slidenum">
              <a:rPr lang="en-US" smtClean="0"/>
              <a:pPr/>
              <a:t>‹#›</a:t>
            </a:fld>
            <a:endParaRPr lang="en-US"/>
          </a:p>
        </p:txBody>
      </p:sp>
    </p:spTree>
    <p:extLst>
      <p:ext uri="{BB962C8B-B14F-4D97-AF65-F5344CB8AC3E}">
        <p14:creationId xmlns:p14="http://schemas.microsoft.com/office/powerpoint/2010/main" val="3205094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7EB7E-D5F5-C7F8-58B1-9C7AD8728EB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096A97-9BBA-36F4-B00C-EFFCFBAEBE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9D8A2E-CC59-D0B8-82C5-DE99862AD6BD}"/>
              </a:ext>
            </a:extLst>
          </p:cNvPr>
          <p:cNvSpPr>
            <a:spLocks noGrp="1"/>
          </p:cNvSpPr>
          <p:nvPr>
            <p:ph type="dt" sz="half" idx="10"/>
          </p:nvPr>
        </p:nvSpPr>
        <p:spPr/>
        <p:txBody>
          <a:bodyPr/>
          <a:lstStyle/>
          <a:p>
            <a:fld id="{CCD0576A-07DB-3B46-AC99-97A70AE23956}" type="datetimeFigureOut">
              <a:rPr lang="en-US" smtClean="0"/>
              <a:pPr/>
              <a:t>8/20/2025</a:t>
            </a:fld>
            <a:endParaRPr lang="en-US"/>
          </a:p>
        </p:txBody>
      </p:sp>
      <p:sp>
        <p:nvSpPr>
          <p:cNvPr id="5" name="Footer Placeholder 4">
            <a:extLst>
              <a:ext uri="{FF2B5EF4-FFF2-40B4-BE49-F238E27FC236}">
                <a16:creationId xmlns:a16="http://schemas.microsoft.com/office/drawing/2014/main" id="{51752682-62F8-BC01-0B1D-02DB21CF13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8D2B7B-480A-227A-DA29-3C94E4E08AE8}"/>
              </a:ext>
            </a:extLst>
          </p:cNvPr>
          <p:cNvSpPr>
            <a:spLocks noGrp="1"/>
          </p:cNvSpPr>
          <p:nvPr>
            <p:ph type="sldNum" sz="quarter" idx="12"/>
          </p:nvPr>
        </p:nvSpPr>
        <p:spPr/>
        <p:txBody>
          <a:bodyPr/>
          <a:lstStyle/>
          <a:p>
            <a:fld id="{485EAFB7-D942-8C40-850B-F7A53EC532FC}" type="slidenum">
              <a:rPr lang="en-US" smtClean="0"/>
              <a:pPr/>
              <a:t>‹#›</a:t>
            </a:fld>
            <a:endParaRPr lang="en-US"/>
          </a:p>
        </p:txBody>
      </p:sp>
    </p:spTree>
    <p:extLst>
      <p:ext uri="{BB962C8B-B14F-4D97-AF65-F5344CB8AC3E}">
        <p14:creationId xmlns:p14="http://schemas.microsoft.com/office/powerpoint/2010/main" val="1134349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216BD4-1244-9D4A-88B7-7A59BA91CB4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6012B45-5F37-B66F-84D6-BFA1B595AF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65D353-2A94-A9A7-1B8F-4A35C0424D8A}"/>
              </a:ext>
            </a:extLst>
          </p:cNvPr>
          <p:cNvSpPr>
            <a:spLocks noGrp="1"/>
          </p:cNvSpPr>
          <p:nvPr>
            <p:ph type="dt" sz="half" idx="10"/>
          </p:nvPr>
        </p:nvSpPr>
        <p:spPr/>
        <p:txBody>
          <a:bodyPr/>
          <a:lstStyle/>
          <a:p>
            <a:fld id="{CCD0576A-07DB-3B46-AC99-97A70AE23956}" type="datetimeFigureOut">
              <a:rPr lang="en-US" smtClean="0"/>
              <a:pPr/>
              <a:t>8/20/2025</a:t>
            </a:fld>
            <a:endParaRPr lang="en-US"/>
          </a:p>
        </p:txBody>
      </p:sp>
      <p:sp>
        <p:nvSpPr>
          <p:cNvPr id="5" name="Footer Placeholder 4">
            <a:extLst>
              <a:ext uri="{FF2B5EF4-FFF2-40B4-BE49-F238E27FC236}">
                <a16:creationId xmlns:a16="http://schemas.microsoft.com/office/drawing/2014/main" id="{EF0617BD-E6A2-EE2B-28BA-BB24E5BDBE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9AF621-4092-A4F8-C5F6-FC91E5311C81}"/>
              </a:ext>
            </a:extLst>
          </p:cNvPr>
          <p:cNvSpPr>
            <a:spLocks noGrp="1"/>
          </p:cNvSpPr>
          <p:nvPr>
            <p:ph type="sldNum" sz="quarter" idx="12"/>
          </p:nvPr>
        </p:nvSpPr>
        <p:spPr/>
        <p:txBody>
          <a:bodyPr/>
          <a:lstStyle/>
          <a:p>
            <a:fld id="{485EAFB7-D942-8C40-850B-F7A53EC532FC}" type="slidenum">
              <a:rPr lang="en-US" smtClean="0"/>
              <a:pPr/>
              <a:t>‹#›</a:t>
            </a:fld>
            <a:endParaRPr lang="en-US"/>
          </a:p>
        </p:txBody>
      </p:sp>
    </p:spTree>
    <p:extLst>
      <p:ext uri="{BB962C8B-B14F-4D97-AF65-F5344CB8AC3E}">
        <p14:creationId xmlns:p14="http://schemas.microsoft.com/office/powerpoint/2010/main" val="3147973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42AE2A-64D7-7CA7-A495-E3A04F5147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C567C5-BFDB-FC09-7A09-ABAFDBABF3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4F94AB-952B-F30E-C786-BAD3E8D442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D0576A-07DB-3B46-AC99-97A70AE23956}" type="datetimeFigureOut">
              <a:rPr lang="en-US" smtClean="0"/>
              <a:pPr/>
              <a:t>8/20/2025</a:t>
            </a:fld>
            <a:endParaRPr lang="en-US"/>
          </a:p>
        </p:txBody>
      </p:sp>
      <p:sp>
        <p:nvSpPr>
          <p:cNvPr id="5" name="Footer Placeholder 4">
            <a:extLst>
              <a:ext uri="{FF2B5EF4-FFF2-40B4-BE49-F238E27FC236}">
                <a16:creationId xmlns:a16="http://schemas.microsoft.com/office/drawing/2014/main" id="{E584092B-D222-BC65-3A55-3FC9C098BE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E0CED0-3ED9-E4ED-B859-07C53BE50F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5EAFB7-D942-8C40-850B-F7A53EC532FC}" type="slidenum">
              <a:rPr lang="en-US" smtClean="0"/>
              <a:pPr/>
              <a:t>‹#›</a:t>
            </a:fld>
            <a:endParaRPr lang="en-US"/>
          </a:p>
        </p:txBody>
      </p:sp>
    </p:spTree>
    <p:extLst>
      <p:ext uri="{BB962C8B-B14F-4D97-AF65-F5344CB8AC3E}">
        <p14:creationId xmlns:p14="http://schemas.microsoft.com/office/powerpoint/2010/main" val="24336923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CB7AD48-5091-9693-D2B9-B1FDE5A7152A}"/>
              </a:ext>
            </a:extLst>
          </p:cNvPr>
          <p:cNvSpPr>
            <a:spLocks noGrp="1"/>
          </p:cNvSpPr>
          <p:nvPr>
            <p:ph type="ctrTitle"/>
          </p:nvPr>
        </p:nvSpPr>
        <p:spPr>
          <a:xfrm>
            <a:off x="767798" y="2531643"/>
            <a:ext cx="10477500" cy="2250954"/>
          </a:xfrm>
        </p:spPr>
        <p:txBody>
          <a:bodyPr>
            <a:normAutofit fontScale="90000"/>
          </a:bodyPr>
          <a:lstStyle/>
          <a:p>
            <a:r>
              <a:rPr lang="en-IN" sz="4400" b="1" dirty="0">
                <a:latin typeface="Times New Roman" panose="02020603050405020304" pitchFamily="18" charset="0"/>
                <a:cs typeface="Times New Roman" panose="02020603050405020304" pitchFamily="18" charset="0"/>
              </a:rPr>
              <a:t>Department of Computer Applications</a:t>
            </a:r>
            <a:br>
              <a:rPr lang="en-IN" sz="4400" b="1" dirty="0">
                <a:latin typeface="+mn-lt"/>
                <a:cs typeface="Times New Roman" panose="02020603050405020304" pitchFamily="18" charset="0"/>
              </a:rPr>
            </a:br>
            <a:br>
              <a:rPr lang="en-IN" sz="4400" b="1" dirty="0">
                <a:latin typeface="+mn-lt"/>
                <a:cs typeface="Times New Roman" panose="02020603050405020304" pitchFamily="18" charset="0"/>
              </a:rPr>
            </a:br>
            <a:r>
              <a:rPr lang="en-IN" sz="49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AI Career Coach</a:t>
            </a:r>
            <a:br>
              <a:rPr lang="en-IN" sz="4400" b="1" u="sng" dirty="0">
                <a:latin typeface="Times New Roman" panose="02020603050405020304" pitchFamily="18" charset="0"/>
                <a:cs typeface="Times New Roman" panose="02020603050405020304" pitchFamily="18" charset="0"/>
              </a:rPr>
            </a:br>
            <a:br>
              <a:rPr lang="en-IN" sz="4400" b="1" u="sng" dirty="0">
                <a:latin typeface="Times New Roman" panose="02020603050405020304" pitchFamily="18" charset="0"/>
                <a:cs typeface="Times New Roman" panose="02020603050405020304" pitchFamily="18" charset="0"/>
              </a:rPr>
            </a:br>
            <a:r>
              <a:rPr lang="en-IN" sz="2700" b="1" dirty="0">
                <a:latin typeface="Times New Roman" panose="02020603050405020304" pitchFamily="18" charset="0"/>
                <a:cs typeface="Times New Roman" panose="02020603050405020304" pitchFamily="18" charset="0"/>
              </a:rPr>
              <a:t>MAJOR PROJECT-I</a:t>
            </a:r>
            <a:br>
              <a:rPr lang="en-IN" sz="4400" b="1" dirty="0">
                <a:latin typeface="Times New Roman" panose="02020603050405020304" pitchFamily="18" charset="0"/>
                <a:cs typeface="Times New Roman" panose="02020603050405020304" pitchFamily="18" charset="0"/>
              </a:rPr>
            </a:br>
            <a:r>
              <a:rPr lang="en-IN" sz="2700" b="1" dirty="0">
                <a:latin typeface="Times New Roman" panose="02020603050405020304" pitchFamily="18" charset="0"/>
                <a:cs typeface="Times New Roman" panose="02020603050405020304" pitchFamily="18" charset="0"/>
              </a:rPr>
              <a:t>Odd Semester</a:t>
            </a:r>
            <a:br>
              <a:rPr lang="en-IN" sz="2700" b="1"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Session 2025-26</a:t>
            </a:r>
            <a:endParaRPr lang="en-US" sz="3500" b="1" u="sng" dirty="0">
              <a:latin typeface="Times New Roman" panose="02020603050405020304" pitchFamily="18" charset="0"/>
              <a:cs typeface="Times New Roman" panose="02020603050405020304" pitchFamily="18" charset="0"/>
            </a:endParaRPr>
          </a:p>
        </p:txBody>
      </p:sp>
      <p:sp>
        <p:nvSpPr>
          <p:cNvPr id="11" name="Subtitle 2">
            <a:extLst>
              <a:ext uri="{FF2B5EF4-FFF2-40B4-BE49-F238E27FC236}">
                <a16:creationId xmlns:a16="http://schemas.microsoft.com/office/drawing/2014/main" id="{623CFF45-0429-E117-9525-5E2A94F9B69A}"/>
              </a:ext>
            </a:extLst>
          </p:cNvPr>
          <p:cNvSpPr>
            <a:spLocks noGrp="1"/>
          </p:cNvSpPr>
          <p:nvPr>
            <p:ph type="subTitle" idx="1"/>
          </p:nvPr>
        </p:nvSpPr>
        <p:spPr>
          <a:xfrm>
            <a:off x="121920" y="4782597"/>
            <a:ext cx="5974080" cy="1946193"/>
          </a:xfrm>
        </p:spPr>
        <p:txBody>
          <a:bodyPr>
            <a:normAutofit lnSpcReduction="10000"/>
          </a:bodyPr>
          <a:lstStyle/>
          <a:p>
            <a:pPr algn="l">
              <a:lnSpc>
                <a:spcPct val="100000"/>
              </a:lnSpc>
            </a:pPr>
            <a:r>
              <a:rPr lang="en-US" sz="2200" b="1" u="sng" dirty="0">
                <a:latin typeface="Times New Roman" panose="02020603050405020304" pitchFamily="18" charset="0"/>
                <a:cs typeface="Times New Roman" panose="02020603050405020304" pitchFamily="18" charset="0"/>
              </a:rPr>
              <a:t>Team Members: </a:t>
            </a:r>
          </a:p>
          <a:p>
            <a:pPr algn="l"/>
            <a:r>
              <a:rPr lang="en-US" sz="2000" dirty="0">
                <a:latin typeface="Times New Roman" panose="02020603050405020304" pitchFamily="18" charset="0"/>
                <a:cs typeface="Times New Roman" panose="02020603050405020304" pitchFamily="18" charset="0"/>
              </a:rPr>
              <a:t>Prince Kumar - 202410116100149</a:t>
            </a:r>
          </a:p>
          <a:p>
            <a:pPr algn="l"/>
            <a:r>
              <a:rPr lang="en-US" sz="2000" dirty="0">
                <a:latin typeface="Times New Roman" panose="02020603050405020304" pitchFamily="18" charset="0"/>
                <a:cs typeface="Times New Roman" panose="02020603050405020304" pitchFamily="18" charset="0"/>
              </a:rPr>
              <a:t>Priyanshu Kansal - 202410116100155</a:t>
            </a:r>
          </a:p>
          <a:p>
            <a:pPr algn="l"/>
            <a:r>
              <a:rPr lang="en-US" sz="2000" dirty="0">
                <a:latin typeface="Times New Roman" panose="02020603050405020304" pitchFamily="18" charset="0"/>
                <a:cs typeface="Times New Roman" panose="02020603050405020304" pitchFamily="18" charset="0"/>
              </a:rPr>
              <a:t>Priyanshi - 202410116100153</a:t>
            </a:r>
          </a:p>
          <a:p>
            <a:pPr algn="l"/>
            <a:r>
              <a:rPr lang="en-US" sz="2000" dirty="0">
                <a:latin typeface="Times New Roman" panose="02020603050405020304" pitchFamily="18" charset="0"/>
                <a:cs typeface="Times New Roman" panose="02020603050405020304" pitchFamily="18" charset="0"/>
              </a:rPr>
              <a:t>Rahul - 20210116100157</a:t>
            </a:r>
          </a:p>
        </p:txBody>
      </p:sp>
      <p:sp>
        <p:nvSpPr>
          <p:cNvPr id="12" name="Subtitle 2">
            <a:extLst>
              <a:ext uri="{FF2B5EF4-FFF2-40B4-BE49-F238E27FC236}">
                <a16:creationId xmlns:a16="http://schemas.microsoft.com/office/drawing/2014/main" id="{D47FCE6C-540A-D95F-A0F4-B9DA2D4862A9}"/>
              </a:ext>
            </a:extLst>
          </p:cNvPr>
          <p:cNvSpPr txBox="1">
            <a:spLocks/>
          </p:cNvSpPr>
          <p:nvPr/>
        </p:nvSpPr>
        <p:spPr>
          <a:xfrm>
            <a:off x="9156700" y="5295504"/>
            <a:ext cx="3035300" cy="12239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endParaRPr lang="en-IN" b="1" u="sng" dirty="0">
              <a:cs typeface="Times New Roman" panose="02020603050405020304" pitchFamily="18" charset="0"/>
            </a:endParaRPr>
          </a:p>
        </p:txBody>
      </p:sp>
      <p:pic>
        <p:nvPicPr>
          <p:cNvPr id="13" name="Picture 12">
            <a:extLst>
              <a:ext uri="{FF2B5EF4-FFF2-40B4-BE49-F238E27FC236}">
                <a16:creationId xmlns:a16="http://schemas.microsoft.com/office/drawing/2014/main" id="{4988CD84-AF6D-89A0-04FD-794851D25146}"/>
              </a:ext>
            </a:extLst>
          </p:cNvPr>
          <p:cNvPicPr>
            <a:picLocks noChangeAspect="1"/>
          </p:cNvPicPr>
          <p:nvPr/>
        </p:nvPicPr>
        <p:blipFill>
          <a:blip r:embed="rId2"/>
          <a:stretch>
            <a:fillRect/>
          </a:stretch>
        </p:blipFill>
        <p:spPr>
          <a:xfrm>
            <a:off x="0" y="2510"/>
            <a:ext cx="12192000" cy="138449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9CB4FC8-6C90-DC6B-0764-3B1F68D2163C}"/>
                  </a:ext>
                </a:extLst>
              </p14:cNvPr>
              <p14:cNvContentPartPr/>
              <p14:nvPr/>
            </p14:nvContentPartPr>
            <p14:xfrm>
              <a:off x="2749680" y="4197240"/>
              <a:ext cx="360" cy="360"/>
            </p14:xfrm>
          </p:contentPart>
        </mc:Choice>
        <mc:Fallback xmlns="">
          <p:pic>
            <p:nvPicPr>
              <p:cNvPr id="2" name="Ink 1">
                <a:extLst>
                  <a:ext uri="{FF2B5EF4-FFF2-40B4-BE49-F238E27FC236}">
                    <a16:creationId xmlns:a16="http://schemas.microsoft.com/office/drawing/2014/main" id="{D9CB4FC8-6C90-DC6B-0764-3B1F68D2163C}"/>
                  </a:ext>
                </a:extLst>
              </p:cNvPr>
              <p:cNvPicPr/>
              <p:nvPr/>
            </p:nvPicPr>
            <p:blipFill>
              <a:blip r:embed="rId4"/>
              <a:stretch>
                <a:fillRect/>
              </a:stretch>
            </p:blipFill>
            <p:spPr>
              <a:xfrm>
                <a:off x="2740320" y="4187880"/>
                <a:ext cx="19080" cy="19080"/>
              </a:xfrm>
              <a:prstGeom prst="rect">
                <a:avLst/>
              </a:prstGeom>
            </p:spPr>
          </p:pic>
        </mc:Fallback>
      </mc:AlternateContent>
    </p:spTree>
    <p:extLst>
      <p:ext uri="{BB962C8B-B14F-4D97-AF65-F5344CB8AC3E}">
        <p14:creationId xmlns:p14="http://schemas.microsoft.com/office/powerpoint/2010/main" val="1493161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DA0FE-3324-1AC2-EBAA-076DFFF43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7C7DF6-5F84-CA0C-90EA-F70F26C4CC4A}"/>
              </a:ext>
            </a:extLst>
          </p:cNvPr>
          <p:cNvSpPr>
            <a:spLocks noGrp="1"/>
          </p:cNvSpPr>
          <p:nvPr>
            <p:ph type="title"/>
          </p:nvPr>
        </p:nvSpPr>
        <p:spPr>
          <a:xfrm>
            <a:off x="0" y="0"/>
            <a:ext cx="12192000" cy="1258951"/>
          </a:xfrm>
          <a:solidFill>
            <a:schemeClr val="accent2">
              <a:lumMod val="40000"/>
              <a:lumOff val="60000"/>
            </a:schemeClr>
          </a:solidFill>
        </p:spPr>
        <p:txBody>
          <a:bodyPr>
            <a:normAutofit/>
          </a:bodyPr>
          <a:lstStyle/>
          <a:p>
            <a:pPr algn="ctr"/>
            <a:r>
              <a:rPr lang="en-IN" sz="4400" b="1" i="1" kern="100" dirty="0">
                <a:effectLst>
                  <a:outerShdw blurRad="38100" dist="38100" dir="2700000" algn="tl">
                    <a:srgbClr val="000000">
                      <a:alpha val="43137"/>
                    </a:srgbClr>
                  </a:outerShdw>
                </a:effectLst>
                <a:latin typeface="Times New Roman" panose="02020603050405020304" pitchFamily="18" charset="0"/>
                <a:ea typeface="Aptos" panose="020B0004020202020204" pitchFamily="34" charset="0"/>
                <a:cs typeface="Times New Roman" panose="02020603050405020304" pitchFamily="18" charset="0"/>
              </a:rPr>
              <a:t>Introduction</a:t>
            </a:r>
            <a:endParaRPr lang="en-IN" b="1" i="1" dirty="0">
              <a:effectLst>
                <a:outerShdw blurRad="38100" dist="38100" dir="2700000" algn="tl">
                  <a:srgbClr val="000000">
                    <a:alpha val="43137"/>
                  </a:srgbClr>
                </a:outerShdw>
              </a:effectLst>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p:cNvSpPr txBox="1"/>
          <p:nvPr/>
        </p:nvSpPr>
        <p:spPr>
          <a:xfrm>
            <a:off x="793899" y="1873556"/>
            <a:ext cx="10604201" cy="3273845"/>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AI Career Coach</a:t>
            </a:r>
            <a:r>
              <a:rPr lang="en-US" sz="2000" dirty="0">
                <a:latin typeface="Times New Roman" panose="02020603050405020304" pitchFamily="18" charset="0"/>
                <a:cs typeface="Times New Roman" panose="02020603050405020304" pitchFamily="18" charset="0"/>
              </a:rPr>
              <a:t> is a web app that helps people choose the right career path. It uses AI to give career advice, suggest skills to learn, and guide users toward their goals. The app has a simple design, login system, and stores user data safely in a database. It works like a personal coach to support career growth.</a:t>
            </a:r>
          </a:p>
          <a:p>
            <a:pPr algn="just">
              <a:lnSpc>
                <a:spcPct val="150000"/>
              </a:lnSpc>
            </a:pPr>
            <a:r>
              <a:rPr lang="en-US" sz="2000" dirty="0">
                <a:latin typeface="Times New Roman" panose="02020603050405020304" pitchFamily="18" charset="0"/>
                <a:cs typeface="Times New Roman" panose="02020603050405020304" pitchFamily="18" charset="0"/>
              </a:rPr>
              <a:t>The app is built with modern web technologies, making it fast, secure, and easy to use on both computers and mobile devices. With an attractive interface and smooth experience, it ensures that users stay engaged while exploring their career options.</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F3886C0-D827-99E4-C9CC-960F91840C67}"/>
                  </a:ext>
                </a:extLst>
              </p14:cNvPr>
              <p14:cNvContentPartPr/>
              <p14:nvPr/>
            </p14:nvContentPartPr>
            <p14:xfrm>
              <a:off x="1009800" y="6496200"/>
              <a:ext cx="360" cy="360"/>
            </p14:xfrm>
          </p:contentPart>
        </mc:Choice>
        <mc:Fallback xmlns="">
          <p:pic>
            <p:nvPicPr>
              <p:cNvPr id="3" name="Ink 2">
                <a:extLst>
                  <a:ext uri="{FF2B5EF4-FFF2-40B4-BE49-F238E27FC236}">
                    <a16:creationId xmlns:a16="http://schemas.microsoft.com/office/drawing/2014/main" id="{8F3886C0-D827-99E4-C9CC-960F91840C67}"/>
                  </a:ext>
                </a:extLst>
              </p:cNvPr>
              <p:cNvPicPr/>
              <p:nvPr/>
            </p:nvPicPr>
            <p:blipFill>
              <a:blip r:embed="rId4"/>
              <a:stretch>
                <a:fillRect/>
              </a:stretch>
            </p:blipFill>
            <p:spPr>
              <a:xfrm>
                <a:off x="1000440" y="6486840"/>
                <a:ext cx="19080" cy="19080"/>
              </a:xfrm>
              <a:prstGeom prst="rect">
                <a:avLst/>
              </a:prstGeom>
            </p:spPr>
          </p:pic>
        </mc:Fallback>
      </mc:AlternateContent>
    </p:spTree>
    <p:extLst>
      <p:ext uri="{BB962C8B-B14F-4D97-AF65-F5344CB8AC3E}">
        <p14:creationId xmlns:p14="http://schemas.microsoft.com/office/powerpoint/2010/main" val="807820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E386E-19A1-5D9C-108F-AAC3FEE43E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89D3B2-11E9-CA28-C73A-44C09D546929}"/>
              </a:ext>
            </a:extLst>
          </p:cNvPr>
          <p:cNvSpPr>
            <a:spLocks noGrp="1"/>
          </p:cNvSpPr>
          <p:nvPr>
            <p:ph type="title"/>
          </p:nvPr>
        </p:nvSpPr>
        <p:spPr>
          <a:xfrm>
            <a:off x="0" y="-349884"/>
            <a:ext cx="12192000" cy="1565910"/>
          </a:xfrm>
          <a:solidFill>
            <a:schemeClr val="accent2">
              <a:lumMod val="40000"/>
              <a:lumOff val="60000"/>
            </a:schemeClr>
          </a:solidFill>
        </p:spPr>
        <p:txBody>
          <a:bodyPr>
            <a:normAutofit/>
          </a:bodyPr>
          <a:lstStyle/>
          <a:p>
            <a:pPr algn="ctr"/>
            <a:r>
              <a:rPr lang="en-IN" b="1" i="1" kern="100" dirty="0">
                <a:effectLst>
                  <a:outerShdw blurRad="38100" dist="38100" dir="2700000" algn="tl">
                    <a:srgbClr val="000000">
                      <a:alpha val="43137"/>
                    </a:srgbClr>
                  </a:outerShdw>
                </a:effectLst>
                <a:latin typeface="Times New Roman" panose="02020603050405020304" pitchFamily="18" charset="0"/>
                <a:ea typeface="Tahoma" panose="020B0604030504040204" pitchFamily="34" charset="0"/>
                <a:cs typeface="Times New Roman" panose="02020603050405020304" pitchFamily="18" charset="0"/>
              </a:rPr>
              <a:t>Requirements</a:t>
            </a:r>
            <a:endParaRPr lang="en-IN" b="1" i="1" dirty="0">
              <a:effectLst>
                <a:outerShdw blurRad="38100" dist="38100" dir="2700000" algn="tl">
                  <a:srgbClr val="000000">
                    <a:alpha val="43137"/>
                  </a:srgbClr>
                </a:outerShdw>
              </a:effectLst>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B61B5C9E-F38B-98BC-414C-9AECA8E3632F}"/>
              </a:ext>
            </a:extLst>
          </p:cNvPr>
          <p:cNvSpPr txBox="1"/>
          <p:nvPr/>
        </p:nvSpPr>
        <p:spPr>
          <a:xfrm>
            <a:off x="752890" y="2330779"/>
            <a:ext cx="5581650" cy="3696525"/>
          </a:xfrm>
          <a:prstGeom prst="rect">
            <a:avLst/>
          </a:prstGeom>
          <a:noFill/>
        </p:spPr>
        <p:txBody>
          <a:bodyPr wrap="square">
            <a:spAutoFit/>
          </a:bodyPr>
          <a:lstStyle/>
          <a:p>
            <a:pPr>
              <a:lnSpc>
                <a:spcPct val="150000"/>
              </a:lnSpc>
            </a:pPr>
            <a:r>
              <a:rPr lang="en-IN" sz="2000" b="1" u="sng" dirty="0"/>
              <a:t>HARDWARE REQUIREMENTS:</a:t>
            </a:r>
            <a:endParaRPr lang="en-IN" sz="2000" b="1" dirty="0"/>
          </a:p>
          <a:p>
            <a:pPr>
              <a:lnSpc>
                <a:spcPct val="150000"/>
              </a:lnSpc>
            </a:pPr>
            <a:r>
              <a:rPr lang="en-US" sz="2000" b="1" dirty="0"/>
              <a:t>Processor: </a:t>
            </a:r>
            <a:r>
              <a:rPr lang="en-US" sz="2000" dirty="0"/>
              <a:t>Intel i3 or higher</a:t>
            </a:r>
          </a:p>
          <a:p>
            <a:pPr>
              <a:lnSpc>
                <a:spcPct val="150000"/>
              </a:lnSpc>
            </a:pPr>
            <a:r>
              <a:rPr lang="en-US" sz="2000" b="1" dirty="0"/>
              <a:t>RAM: </a:t>
            </a:r>
            <a:r>
              <a:rPr lang="en-US" sz="2000" dirty="0"/>
              <a:t>Minimum </a:t>
            </a:r>
            <a:r>
              <a:rPr lang="en-US" sz="2000" b="1" dirty="0"/>
              <a:t>4 GB</a:t>
            </a:r>
            <a:r>
              <a:rPr lang="en-US" sz="2000" dirty="0"/>
              <a:t> (8 GB recommended)</a:t>
            </a:r>
          </a:p>
          <a:p>
            <a:pPr>
              <a:lnSpc>
                <a:spcPct val="150000"/>
              </a:lnSpc>
            </a:pPr>
            <a:r>
              <a:rPr lang="en-US" sz="2000" b="1" dirty="0"/>
              <a:t>Storage: </a:t>
            </a:r>
            <a:r>
              <a:rPr lang="en-US" sz="2000" dirty="0"/>
              <a:t>At least </a:t>
            </a:r>
            <a:r>
              <a:rPr lang="en-US" sz="2000" b="1" dirty="0"/>
              <a:t>500 MB</a:t>
            </a:r>
            <a:r>
              <a:rPr lang="en-US" sz="2000" dirty="0"/>
              <a:t> free (excluding PostgreSQL setup) </a:t>
            </a:r>
          </a:p>
          <a:p>
            <a:pPr>
              <a:lnSpc>
                <a:spcPct val="150000"/>
              </a:lnSpc>
            </a:pPr>
            <a:r>
              <a:rPr lang="en-US" sz="2000" dirty="0"/>
              <a:t>Internet connection (for API calls, AI features, and </a:t>
            </a:r>
            <a:r>
              <a:rPr lang="en-US" sz="2000" dirty="0" err="1"/>
              <a:t>npm</a:t>
            </a:r>
            <a:r>
              <a:rPr lang="en-US" sz="2000" dirty="0"/>
              <a:t> install)</a:t>
            </a:r>
            <a:endParaRPr lang="en-IN" sz="2000" dirty="0"/>
          </a:p>
          <a:p>
            <a:pPr>
              <a:lnSpc>
                <a:spcPct val="150000"/>
              </a:lnSpc>
            </a:pPr>
            <a:endParaRPr lang="en-IN" b="1" dirty="0"/>
          </a:p>
        </p:txBody>
      </p:sp>
      <p:sp>
        <p:nvSpPr>
          <p:cNvPr id="6" name="TextBox 5">
            <a:extLst>
              <a:ext uri="{FF2B5EF4-FFF2-40B4-BE49-F238E27FC236}">
                <a16:creationId xmlns:a16="http://schemas.microsoft.com/office/drawing/2014/main" id="{07FB69C3-09CA-79AD-C57C-AAEF5EF5A738}"/>
              </a:ext>
            </a:extLst>
          </p:cNvPr>
          <p:cNvSpPr txBox="1"/>
          <p:nvPr/>
        </p:nvSpPr>
        <p:spPr>
          <a:xfrm>
            <a:off x="6703115" y="2330779"/>
            <a:ext cx="5150955" cy="3234860"/>
          </a:xfrm>
          <a:prstGeom prst="rect">
            <a:avLst/>
          </a:prstGeom>
          <a:noFill/>
        </p:spPr>
        <p:txBody>
          <a:bodyPr wrap="square">
            <a:spAutoFit/>
          </a:bodyPr>
          <a:lstStyle/>
          <a:p>
            <a:pPr>
              <a:lnSpc>
                <a:spcPct val="150000"/>
              </a:lnSpc>
            </a:pPr>
            <a:r>
              <a:rPr lang="en-IN" sz="2000" b="1" u="sng" dirty="0"/>
              <a:t>SOFTWARE REQUIREMENTS:</a:t>
            </a:r>
            <a:br>
              <a:rPr lang="en-IN" sz="2000" b="1" dirty="0"/>
            </a:br>
            <a:r>
              <a:rPr lang="en-US" sz="2000" b="1" dirty="0"/>
              <a:t>Node.js</a:t>
            </a:r>
            <a:r>
              <a:rPr lang="en-US" sz="2000" dirty="0"/>
              <a:t> (v18 or later)</a:t>
            </a:r>
          </a:p>
          <a:p>
            <a:pPr>
              <a:lnSpc>
                <a:spcPct val="150000"/>
              </a:lnSpc>
            </a:pPr>
            <a:r>
              <a:rPr lang="en-US" sz="2000" b="1" dirty="0" err="1"/>
              <a:t>npm</a:t>
            </a:r>
            <a:r>
              <a:rPr lang="en-US" sz="2000" dirty="0"/>
              <a:t> or </a:t>
            </a:r>
            <a:r>
              <a:rPr lang="en-US" sz="2000" b="1" dirty="0"/>
              <a:t>yarn</a:t>
            </a:r>
            <a:r>
              <a:rPr lang="en-US" sz="2000" dirty="0"/>
              <a:t> (comes with Node.js)</a:t>
            </a:r>
          </a:p>
          <a:p>
            <a:pPr>
              <a:lnSpc>
                <a:spcPct val="150000"/>
              </a:lnSpc>
            </a:pPr>
            <a:r>
              <a:rPr lang="en-IN" sz="2000" b="1" dirty="0"/>
              <a:t>Database: </a:t>
            </a:r>
            <a:r>
              <a:rPr lang="en-IN" sz="2000" dirty="0"/>
              <a:t>PostgreSQL </a:t>
            </a:r>
          </a:p>
          <a:p>
            <a:pPr>
              <a:lnSpc>
                <a:spcPct val="150000"/>
              </a:lnSpc>
            </a:pPr>
            <a:r>
              <a:rPr lang="en-US" sz="2000" b="1" dirty="0"/>
              <a:t>VS Code</a:t>
            </a:r>
            <a:r>
              <a:rPr lang="en-US" sz="2000" dirty="0"/>
              <a:t> (or any IDE of your choice)</a:t>
            </a:r>
          </a:p>
          <a:p>
            <a:pPr>
              <a:lnSpc>
                <a:spcPct val="150000"/>
              </a:lnSpc>
            </a:pPr>
            <a:r>
              <a:rPr lang="en-IN" sz="2000" b="1" dirty="0"/>
              <a:t>Git</a:t>
            </a:r>
            <a:r>
              <a:rPr lang="en-IN" sz="2000" dirty="0"/>
              <a:t> (optional, for version control)</a:t>
            </a:r>
          </a:p>
          <a:p>
            <a:pPr>
              <a:lnSpc>
                <a:spcPct val="150000"/>
              </a:lnSpc>
            </a:pPr>
            <a:endParaRPr lang="en-IN" dirty="0"/>
          </a:p>
        </p:txBody>
      </p:sp>
    </p:spTree>
    <p:extLst>
      <p:ext uri="{BB962C8B-B14F-4D97-AF65-F5344CB8AC3E}">
        <p14:creationId xmlns:p14="http://schemas.microsoft.com/office/powerpoint/2010/main" val="2535434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196DC-15BF-82D2-C34D-3B9C8398C1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F974C-66AF-0E21-20E7-A45989CCC4CA}"/>
              </a:ext>
            </a:extLst>
          </p:cNvPr>
          <p:cNvSpPr>
            <a:spLocks noGrp="1"/>
          </p:cNvSpPr>
          <p:nvPr>
            <p:ph type="title"/>
          </p:nvPr>
        </p:nvSpPr>
        <p:spPr>
          <a:xfrm>
            <a:off x="0" y="0"/>
            <a:ext cx="12192000" cy="1258951"/>
          </a:xfrm>
          <a:solidFill>
            <a:schemeClr val="accent2">
              <a:lumMod val="40000"/>
              <a:lumOff val="60000"/>
            </a:schemeClr>
          </a:solidFill>
        </p:spPr>
        <p:txBody>
          <a:bodyPr>
            <a:normAutofit/>
          </a:bodyPr>
          <a:lstStyle/>
          <a:p>
            <a:pPr algn="ctr"/>
            <a:r>
              <a:rPr lang="en-IN" sz="4400" b="1" i="1" kern="100" dirty="0">
                <a:effectLst>
                  <a:outerShdw blurRad="38100" dist="38100" dir="2700000" algn="tl">
                    <a:srgbClr val="000000">
                      <a:alpha val="43137"/>
                    </a:srgbClr>
                  </a:outerShdw>
                </a:effectLst>
                <a:latin typeface="Times New Roman" panose="02020603050405020304" pitchFamily="18" charset="0"/>
                <a:ea typeface="Aptos" panose="020B0004020202020204" pitchFamily="34" charset="0"/>
                <a:cs typeface="Times New Roman" panose="02020603050405020304" pitchFamily="18" charset="0"/>
              </a:rPr>
              <a:t>Tech Stack</a:t>
            </a:r>
            <a:endParaRPr lang="en-IN" b="1" i="1" dirty="0">
              <a:effectLst>
                <a:outerShdw blurRad="38100" dist="38100" dir="2700000" algn="tl">
                  <a:srgbClr val="000000">
                    <a:alpha val="43137"/>
                  </a:srgbClr>
                </a:outerShdw>
              </a:effectLst>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912AA217-BA66-3150-E14B-A9A85B57D41A}"/>
              </a:ext>
            </a:extLst>
          </p:cNvPr>
          <p:cNvSpPr txBox="1"/>
          <p:nvPr/>
        </p:nvSpPr>
        <p:spPr>
          <a:xfrm>
            <a:off x="1280916" y="1635018"/>
            <a:ext cx="10604201" cy="4985980"/>
          </a:xfrm>
          <a:prstGeom prst="rect">
            <a:avLst/>
          </a:prstGeom>
          <a:noFill/>
        </p:spPr>
        <p:txBody>
          <a:bodyPr wrap="square" rtlCol="0">
            <a:spAutoFit/>
          </a:bodyPr>
          <a:lstStyle/>
          <a:p>
            <a:r>
              <a:rPr lang="en-IN" sz="2000" b="1" dirty="0"/>
              <a:t>🔹 Frontend</a:t>
            </a:r>
          </a:p>
          <a:p>
            <a:r>
              <a:rPr lang="en-IN" sz="2000" b="1" dirty="0"/>
              <a:t>React Framework</a:t>
            </a:r>
            <a:r>
              <a:rPr lang="en-IN" sz="2000" dirty="0"/>
              <a:t> → server-side rendering, fast routing, SEO friendly.</a:t>
            </a:r>
          </a:p>
          <a:p>
            <a:r>
              <a:rPr lang="en-IN" sz="2000" b="1" dirty="0"/>
              <a:t>Tailwind CSS / CSS Modules</a:t>
            </a:r>
            <a:r>
              <a:rPr lang="en-IN" sz="2000" dirty="0"/>
              <a:t> → responsive &amp; modern UI styling.</a:t>
            </a:r>
          </a:p>
          <a:p>
            <a:endParaRPr lang="en-IN" sz="2000" dirty="0"/>
          </a:p>
          <a:p>
            <a:r>
              <a:rPr lang="en-IN" sz="2000" b="1" dirty="0"/>
              <a:t>🔹 Backend</a:t>
            </a:r>
          </a:p>
          <a:p>
            <a:r>
              <a:rPr lang="en-IN" sz="2000" b="1" dirty="0"/>
              <a:t>Node.js API Routes</a:t>
            </a:r>
            <a:r>
              <a:rPr lang="en-IN" sz="2000" dirty="0"/>
              <a:t> → For backend logic .</a:t>
            </a:r>
          </a:p>
          <a:p>
            <a:r>
              <a:rPr lang="en-IN" sz="2000" b="1" dirty="0"/>
              <a:t>Prisma ORM</a:t>
            </a:r>
            <a:r>
              <a:rPr lang="en-IN" sz="2000" dirty="0"/>
              <a:t> → Interaction with the Database (type-safe queries).</a:t>
            </a:r>
          </a:p>
          <a:p>
            <a:endParaRPr lang="en-IN" sz="2000" dirty="0"/>
          </a:p>
          <a:p>
            <a:r>
              <a:rPr lang="en-IN" sz="2000" b="1" dirty="0"/>
              <a:t>🔹 Database</a:t>
            </a:r>
          </a:p>
          <a:p>
            <a:r>
              <a:rPr lang="en-IN" sz="2000" b="1" dirty="0"/>
              <a:t>PostgreSQL</a:t>
            </a:r>
            <a:r>
              <a:rPr lang="en-IN" sz="2000" dirty="0"/>
              <a:t> → relational database for storing users, skills, career suggestions, etc.</a:t>
            </a:r>
          </a:p>
          <a:p>
            <a:endParaRPr lang="en-IN" sz="2000" dirty="0"/>
          </a:p>
          <a:p>
            <a:r>
              <a:rPr lang="en-IN" sz="2000" b="1" dirty="0"/>
              <a:t>🔹 Authentication &amp; Security</a:t>
            </a:r>
          </a:p>
          <a:p>
            <a:r>
              <a:rPr lang="en-IN" sz="2000" b="1" dirty="0"/>
              <a:t>NextAuth.js (or custom auth)</a:t>
            </a:r>
            <a:r>
              <a:rPr lang="en-IN" sz="2000" dirty="0"/>
              <a:t> → Login / Signup system with Google &amp; Email.</a:t>
            </a:r>
          </a:p>
          <a:p>
            <a:r>
              <a:rPr lang="en-IN" sz="2000" b="1" dirty="0"/>
              <a:t>JWT / Sessions</a:t>
            </a:r>
            <a:r>
              <a:rPr lang="en-IN" sz="2000" dirty="0"/>
              <a:t> → secure user authentication.</a:t>
            </a:r>
          </a:p>
          <a:p>
            <a:r>
              <a:rPr lang="en-IN" sz="2000" b="1" dirty="0" err="1"/>
              <a:t>Bcrypt</a:t>
            </a:r>
            <a:r>
              <a:rPr lang="en-IN" sz="2000" dirty="0"/>
              <a:t> → password hashing.</a:t>
            </a:r>
          </a:p>
          <a:p>
            <a:endParaRPr lang="en-IN" dirty="0"/>
          </a:p>
        </p:txBody>
      </p:sp>
    </p:spTree>
    <p:extLst>
      <p:ext uri="{BB962C8B-B14F-4D97-AF65-F5344CB8AC3E}">
        <p14:creationId xmlns:p14="http://schemas.microsoft.com/office/powerpoint/2010/main" val="664927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C9EE3-5B4A-3032-29F8-6A36961CD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FB525-13BB-1765-499B-0B15DB1CBB41}"/>
              </a:ext>
            </a:extLst>
          </p:cNvPr>
          <p:cNvSpPr>
            <a:spLocks noGrp="1"/>
          </p:cNvSpPr>
          <p:nvPr>
            <p:ph type="title"/>
          </p:nvPr>
        </p:nvSpPr>
        <p:spPr>
          <a:xfrm>
            <a:off x="0" y="0"/>
            <a:ext cx="12192000" cy="1258951"/>
          </a:xfrm>
          <a:solidFill>
            <a:schemeClr val="accent2">
              <a:lumMod val="40000"/>
              <a:lumOff val="60000"/>
            </a:schemeClr>
          </a:solidFill>
        </p:spPr>
        <p:txBody>
          <a:bodyPr>
            <a:normAutofit/>
          </a:bodyPr>
          <a:lstStyle/>
          <a:p>
            <a:pPr algn="ctr"/>
            <a:r>
              <a:rPr lang="en-IN" sz="4400" b="1" i="1" kern="100" dirty="0">
                <a:effectLst>
                  <a:outerShdw blurRad="38100" dist="38100" dir="2700000" algn="tl">
                    <a:srgbClr val="000000">
                      <a:alpha val="43137"/>
                    </a:srgbClr>
                  </a:outerShdw>
                </a:effectLst>
                <a:latin typeface="Times New Roman" panose="02020603050405020304" pitchFamily="18" charset="0"/>
                <a:ea typeface="Aptos" panose="020B0004020202020204" pitchFamily="34" charset="0"/>
                <a:cs typeface="Times New Roman" panose="02020603050405020304" pitchFamily="18" charset="0"/>
              </a:rPr>
              <a:t>Individual Roles</a:t>
            </a:r>
            <a:endParaRPr lang="en-IN" b="1" i="1" dirty="0">
              <a:effectLst>
                <a:outerShdw blurRad="38100" dist="38100" dir="2700000" algn="tl">
                  <a:srgbClr val="000000">
                    <a:alpha val="43137"/>
                  </a:srgbClr>
                </a:outerShdw>
              </a:effectLst>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259AD66B-4132-1230-4675-7BE4EBC67B53}"/>
              </a:ext>
            </a:extLst>
          </p:cNvPr>
          <p:cNvSpPr txBox="1"/>
          <p:nvPr/>
        </p:nvSpPr>
        <p:spPr>
          <a:xfrm>
            <a:off x="905311" y="2390391"/>
            <a:ext cx="10932193" cy="2301079"/>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000" b="1" dirty="0"/>
              <a:t>Prince Kumar – </a:t>
            </a:r>
            <a:r>
              <a:rPr lang="en-IN" sz="2000" dirty="0"/>
              <a:t>Authentication Module</a:t>
            </a:r>
            <a:endParaRPr lang="en-US" sz="2000" dirty="0"/>
          </a:p>
          <a:p>
            <a:pPr marL="342900" indent="-342900" algn="just">
              <a:lnSpc>
                <a:spcPct val="150000"/>
              </a:lnSpc>
              <a:buFont typeface="Wingdings" panose="05000000000000000000" pitchFamily="2" charset="2"/>
              <a:buChar char="Ø"/>
            </a:pPr>
            <a:r>
              <a:rPr lang="en-US" sz="2000" b="1" dirty="0"/>
              <a:t>Priyanshu Kansal – </a:t>
            </a:r>
            <a:r>
              <a:rPr lang="en-IN" sz="2000" dirty="0"/>
              <a:t>AI Career Recommendation Module</a:t>
            </a:r>
            <a:endParaRPr lang="en-US" sz="2000" b="1" dirty="0"/>
          </a:p>
          <a:p>
            <a:pPr marL="342900" indent="-342900" algn="just">
              <a:lnSpc>
                <a:spcPct val="150000"/>
              </a:lnSpc>
              <a:buFont typeface="Wingdings" panose="05000000000000000000" pitchFamily="2" charset="2"/>
              <a:buChar char="Ø"/>
            </a:pPr>
            <a:r>
              <a:rPr lang="en-US" sz="2000" b="1" dirty="0"/>
              <a:t>Priyanshi – </a:t>
            </a:r>
            <a:r>
              <a:rPr lang="en-IN" sz="2000" dirty="0"/>
              <a:t>Frontend UI Module</a:t>
            </a:r>
            <a:endParaRPr lang="en-US" sz="2000" b="1" dirty="0"/>
          </a:p>
          <a:p>
            <a:pPr marL="342900" indent="-342900" algn="just">
              <a:lnSpc>
                <a:spcPct val="150000"/>
              </a:lnSpc>
              <a:buFont typeface="Wingdings" panose="05000000000000000000" pitchFamily="2" charset="2"/>
              <a:buChar char="Ø"/>
            </a:pPr>
            <a:r>
              <a:rPr lang="en-US" sz="2000" dirty="0">
                <a:latin typeface="Arial Rounded MT Bold" pitchFamily="34" charset="0"/>
              </a:rPr>
              <a:t>Rahul – </a:t>
            </a:r>
            <a:r>
              <a:rPr lang="en-IN" sz="2000" dirty="0"/>
              <a:t>Database Module</a:t>
            </a:r>
            <a:endParaRPr lang="en-US" sz="2000" dirty="0">
              <a:latin typeface="Arial Rounded MT Bold" pitchFamily="34" charset="0"/>
            </a:endParaRPr>
          </a:p>
          <a:p>
            <a:pPr marL="342900" indent="-342900" algn="just">
              <a:lnSpc>
                <a:spcPct val="150000"/>
              </a:lnSpc>
              <a:buFont typeface="Wingdings" panose="05000000000000000000" pitchFamily="2" charset="2"/>
              <a:buChar char="Ø"/>
            </a:pPr>
            <a:endParaRPr lang="en-US" dirty="0">
              <a:latin typeface="Arial Rounded MT Bold" pitchFamily="34" charset="0"/>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B639B040-D82E-BC09-577D-7A4D43797643}"/>
                  </a:ext>
                </a:extLst>
              </p14:cNvPr>
              <p14:cNvContentPartPr/>
              <p14:nvPr/>
            </p14:nvContentPartPr>
            <p14:xfrm>
              <a:off x="2628720" y="3422520"/>
              <a:ext cx="3829680" cy="1581480"/>
            </p14:xfrm>
          </p:contentPart>
        </mc:Choice>
        <mc:Fallback xmlns="">
          <p:pic>
            <p:nvPicPr>
              <p:cNvPr id="3" name="Ink 2">
                <a:extLst>
                  <a:ext uri="{FF2B5EF4-FFF2-40B4-BE49-F238E27FC236}">
                    <a16:creationId xmlns:a16="http://schemas.microsoft.com/office/drawing/2014/main" id="{B639B040-D82E-BC09-577D-7A4D43797643}"/>
                  </a:ext>
                </a:extLst>
              </p:cNvPr>
              <p:cNvPicPr/>
              <p:nvPr/>
            </p:nvPicPr>
            <p:blipFill>
              <a:blip r:embed="rId4"/>
              <a:stretch>
                <a:fillRect/>
              </a:stretch>
            </p:blipFill>
            <p:spPr>
              <a:xfrm>
                <a:off x="2619360" y="3413160"/>
                <a:ext cx="3848400" cy="1600200"/>
              </a:xfrm>
              <a:prstGeom prst="rect">
                <a:avLst/>
              </a:prstGeom>
            </p:spPr>
          </p:pic>
        </mc:Fallback>
      </mc:AlternateContent>
    </p:spTree>
    <p:extLst>
      <p:ext uri="{BB962C8B-B14F-4D97-AF65-F5344CB8AC3E}">
        <p14:creationId xmlns:p14="http://schemas.microsoft.com/office/powerpoint/2010/main" val="2680929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E0E6FC-19A0-9DC1-0ED6-A3F06A912ED1}"/>
              </a:ext>
            </a:extLst>
          </p:cNvPr>
          <p:cNvSpPr>
            <a:spLocks noGrp="1"/>
          </p:cNvSpPr>
          <p:nvPr>
            <p:ph idx="1"/>
          </p:nvPr>
        </p:nvSpPr>
        <p:spPr>
          <a:xfrm>
            <a:off x="679174" y="1666599"/>
            <a:ext cx="10515600" cy="4351338"/>
          </a:xfrm>
        </p:spPr>
        <p:txBody>
          <a:bodyPr>
            <a:normAutofit/>
          </a:bodyPr>
          <a:lstStyle/>
          <a:p>
            <a:pPr marL="0" indent="0">
              <a:buNone/>
            </a:pPr>
            <a:r>
              <a:rPr lang="en-US" sz="2000" b="1" dirty="0"/>
              <a:t>1. Traditional Career Guidance Approaches</a:t>
            </a:r>
          </a:p>
          <a:p>
            <a:r>
              <a:rPr lang="en-US" sz="2000" dirty="0"/>
              <a:t>Old career counseling mostly uses tests, interviews, and expert advice.</a:t>
            </a:r>
            <a:br>
              <a:rPr lang="en-US" sz="2000" dirty="0"/>
            </a:br>
            <a:r>
              <a:rPr lang="en-US" sz="2000" dirty="0"/>
              <a:t>It is useful but not very personal and often gives the same advice to everyone.</a:t>
            </a:r>
          </a:p>
          <a:p>
            <a:pPr marL="0" indent="0">
              <a:buNone/>
            </a:pPr>
            <a:r>
              <a:rPr lang="en-US" sz="2000" b="1" dirty="0"/>
              <a:t>2. AI and Recommender Systems in Career Coaching</a:t>
            </a:r>
          </a:p>
          <a:p>
            <a:r>
              <a:rPr lang="en-US" sz="2000" dirty="0"/>
              <a:t>AI tools study a person’s skills, interests, and job market trends to suggest better careers.</a:t>
            </a:r>
            <a:br>
              <a:rPr lang="en-US" sz="2000" dirty="0"/>
            </a:br>
            <a:r>
              <a:rPr lang="en-US" sz="2000" dirty="0"/>
              <a:t>Machine learning and NLP help give advice that fits each person.</a:t>
            </a:r>
            <a:br>
              <a:rPr lang="en-US" sz="2000" dirty="0"/>
            </a:br>
            <a:r>
              <a:rPr lang="en-US" sz="2000" dirty="0"/>
              <a:t>Examples are LinkedIn career insights and Coursera skill recommendations.</a:t>
            </a:r>
          </a:p>
          <a:p>
            <a:pPr marL="0" indent="0">
              <a:buNone/>
            </a:pPr>
            <a:r>
              <a:rPr lang="en-US" sz="2000" b="1" dirty="0"/>
              <a:t>3. Ethical and User-Centric Considerations</a:t>
            </a:r>
          </a:p>
          <a:p>
            <a:r>
              <a:rPr lang="en-US" sz="2000" dirty="0"/>
              <a:t>AI career tools should be clear and fair in their suggestions.</a:t>
            </a:r>
            <a:br>
              <a:rPr lang="en-US" sz="2000" dirty="0"/>
            </a:br>
            <a:r>
              <a:rPr lang="en-US" sz="2000" dirty="0"/>
              <a:t>They must avoid bias and keep user data safe.</a:t>
            </a:r>
            <a:br>
              <a:rPr lang="en-US" sz="2000" dirty="0"/>
            </a:br>
            <a:r>
              <a:rPr lang="en-US" sz="2000" dirty="0"/>
              <a:t>Privacy and trust are very important for people to use these systems.</a:t>
            </a:r>
          </a:p>
        </p:txBody>
      </p:sp>
      <p:sp>
        <p:nvSpPr>
          <p:cNvPr id="4" name="Title 1">
            <a:extLst>
              <a:ext uri="{FF2B5EF4-FFF2-40B4-BE49-F238E27FC236}">
                <a16:creationId xmlns:a16="http://schemas.microsoft.com/office/drawing/2014/main" id="{64B52B2E-5593-A92A-A220-337D000A022D}"/>
              </a:ext>
            </a:extLst>
          </p:cNvPr>
          <p:cNvSpPr>
            <a:spLocks noGrp="1"/>
          </p:cNvSpPr>
          <p:nvPr>
            <p:ph type="title"/>
          </p:nvPr>
        </p:nvSpPr>
        <p:spPr>
          <a:xfrm>
            <a:off x="0" y="0"/>
            <a:ext cx="12192000" cy="1262270"/>
          </a:xfrm>
          <a:solidFill>
            <a:schemeClr val="accent2">
              <a:lumMod val="40000"/>
              <a:lumOff val="60000"/>
            </a:schemeClr>
          </a:solidFill>
        </p:spPr>
        <p:txBody>
          <a:bodyPr>
            <a:normAutofit/>
          </a:bodyPr>
          <a:lstStyle/>
          <a:p>
            <a:pPr algn="ctr"/>
            <a:r>
              <a:rPr lang="en-IN" b="1" i="1" kern="100" dirty="0">
                <a:effectLst>
                  <a:outerShdw blurRad="38100" dist="38100" dir="2700000" algn="tl">
                    <a:srgbClr val="000000">
                      <a:alpha val="43137"/>
                    </a:srgbClr>
                  </a:outerShdw>
                </a:effectLst>
                <a:latin typeface="Times New Roman" panose="02020603050405020304" pitchFamily="18" charset="0"/>
                <a:ea typeface="Aptos" panose="020B0004020202020204" pitchFamily="34" charset="0"/>
                <a:cs typeface="Times New Roman" panose="02020603050405020304" pitchFamily="18" charset="0"/>
              </a:rPr>
              <a:t>Literature Review</a:t>
            </a:r>
            <a:endParaRPr lang="en-IN" b="1" i="1" dirty="0">
              <a:effectLst>
                <a:outerShdw blurRad="38100" dist="38100" dir="2700000" algn="tl">
                  <a:srgbClr val="000000">
                    <a:alpha val="43137"/>
                  </a:srgbClr>
                </a:outerShdw>
              </a:effectLst>
              <a:latin typeface="Times New Roman" panose="02020603050405020304" pitchFamily="18" charset="0"/>
              <a:ea typeface="Tahoma" panose="020B060403050404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B18CEE61-B3C9-0AD4-1F2C-8A671E1365E6}"/>
                  </a:ext>
                </a:extLst>
              </p14:cNvPr>
              <p14:cNvContentPartPr/>
              <p14:nvPr/>
            </p14:nvContentPartPr>
            <p14:xfrm>
              <a:off x="8236080" y="901800"/>
              <a:ext cx="360" cy="360"/>
            </p14:xfrm>
          </p:contentPart>
        </mc:Choice>
        <mc:Fallback xmlns="">
          <p:pic>
            <p:nvPicPr>
              <p:cNvPr id="2" name="Ink 1">
                <a:extLst>
                  <a:ext uri="{FF2B5EF4-FFF2-40B4-BE49-F238E27FC236}">
                    <a16:creationId xmlns:a16="http://schemas.microsoft.com/office/drawing/2014/main" id="{B18CEE61-B3C9-0AD4-1F2C-8A671E1365E6}"/>
                  </a:ext>
                </a:extLst>
              </p:cNvPr>
              <p:cNvPicPr/>
              <p:nvPr/>
            </p:nvPicPr>
            <p:blipFill>
              <a:blip r:embed="rId3"/>
              <a:stretch>
                <a:fillRect/>
              </a:stretch>
            </p:blipFill>
            <p:spPr>
              <a:xfrm>
                <a:off x="8226720" y="892440"/>
                <a:ext cx="19080" cy="19080"/>
              </a:xfrm>
              <a:prstGeom prst="rect">
                <a:avLst/>
              </a:prstGeom>
            </p:spPr>
          </p:pic>
        </mc:Fallback>
      </mc:AlternateContent>
    </p:spTree>
    <p:extLst>
      <p:ext uri="{BB962C8B-B14F-4D97-AF65-F5344CB8AC3E}">
        <p14:creationId xmlns:p14="http://schemas.microsoft.com/office/powerpoint/2010/main" val="2890578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B5A14A-AA30-8EB7-0966-E64F290F9560}"/>
              </a:ext>
            </a:extLst>
          </p:cNvPr>
          <p:cNvSpPr>
            <a:spLocks noGrp="1"/>
          </p:cNvSpPr>
          <p:nvPr>
            <p:ph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The main objective of this project is to develop an </a:t>
            </a:r>
            <a:r>
              <a:rPr lang="en-US" sz="2000" b="1" dirty="0">
                <a:latin typeface="Times New Roman" panose="02020603050405020304" pitchFamily="18" charset="0"/>
                <a:cs typeface="Times New Roman" panose="02020603050405020304" pitchFamily="18" charset="0"/>
              </a:rPr>
              <a:t>AI-powered Career Coaching system</a:t>
            </a:r>
            <a:r>
              <a:rPr lang="en-US" sz="2000" dirty="0">
                <a:latin typeface="Times New Roman" panose="02020603050405020304" pitchFamily="18" charset="0"/>
                <a:cs typeface="Times New Roman" panose="02020603050405020304" pitchFamily="18" charset="0"/>
              </a:rPr>
              <a:t> that helps individuals choose the right career path. The system aims to provide </a:t>
            </a:r>
            <a:r>
              <a:rPr lang="en-US" sz="2000" b="1" dirty="0">
                <a:latin typeface="Times New Roman" panose="02020603050405020304" pitchFamily="18" charset="0"/>
                <a:cs typeface="Times New Roman" panose="02020603050405020304" pitchFamily="18" charset="0"/>
              </a:rPr>
              <a:t>personalized guidance</a:t>
            </a:r>
            <a:r>
              <a:rPr lang="en-US" sz="2000" dirty="0">
                <a:latin typeface="Times New Roman" panose="02020603050405020304" pitchFamily="18" charset="0"/>
                <a:cs typeface="Times New Roman" panose="02020603050405020304" pitchFamily="18" charset="0"/>
              </a:rPr>
              <a:t> by analyzing a user’s skills, interests, and career goals. It also recommends </a:t>
            </a:r>
            <a:r>
              <a:rPr lang="en-US" sz="2000" b="1" dirty="0">
                <a:latin typeface="Times New Roman" panose="02020603050405020304" pitchFamily="18" charset="0"/>
                <a:cs typeface="Times New Roman" panose="02020603050405020304" pitchFamily="18" charset="0"/>
              </a:rPr>
              <a:t>relevant skills, courses, and learning resources</a:t>
            </a:r>
            <a:r>
              <a:rPr lang="en-US" sz="2000" dirty="0">
                <a:latin typeface="Times New Roman" panose="02020603050405020304" pitchFamily="18" charset="0"/>
                <a:cs typeface="Times New Roman" panose="02020603050405020304" pitchFamily="18" charset="0"/>
              </a:rPr>
              <a:t>, while ensuring fairness, transparency, and data privacy.</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In addition, the project focuses on making career counseling more </a:t>
            </a:r>
            <a:r>
              <a:rPr lang="en-US" sz="2000" b="1" dirty="0">
                <a:latin typeface="Times New Roman" panose="02020603050405020304" pitchFamily="18" charset="0"/>
                <a:cs typeface="Times New Roman" panose="02020603050405020304" pitchFamily="18" charset="0"/>
              </a:rPr>
              <a:t>accessible, scalable, and cost-effective</a:t>
            </a:r>
            <a:r>
              <a:rPr lang="en-US" sz="2000" dirty="0">
                <a:latin typeface="Times New Roman" panose="02020603050405020304" pitchFamily="18" charset="0"/>
                <a:cs typeface="Times New Roman" panose="02020603050405020304" pitchFamily="18" charset="0"/>
              </a:rPr>
              <a:t> compared to traditional methods. By using </a:t>
            </a:r>
            <a:r>
              <a:rPr lang="en-US" sz="2000" b="1" dirty="0">
                <a:latin typeface="Times New Roman" panose="02020603050405020304" pitchFamily="18" charset="0"/>
                <a:cs typeface="Times New Roman" panose="02020603050405020304" pitchFamily="18" charset="0"/>
              </a:rPr>
              <a:t>machine learning, natural language processing, and recommender systems</a:t>
            </a:r>
            <a:r>
              <a:rPr lang="en-US" sz="2000" dirty="0">
                <a:latin typeface="Times New Roman" panose="02020603050405020304" pitchFamily="18" charset="0"/>
                <a:cs typeface="Times New Roman" panose="02020603050405020304" pitchFamily="18" charset="0"/>
              </a:rPr>
              <a:t>, the AI Career Coach can adapt to different users, stay updated with market trends, and guide learners towards better opportunities.</a:t>
            </a:r>
          </a:p>
          <a:p>
            <a:endParaRPr lang="en-IN" sz="2000" dirty="0"/>
          </a:p>
        </p:txBody>
      </p:sp>
      <p:sp>
        <p:nvSpPr>
          <p:cNvPr id="4" name="Title 1">
            <a:extLst>
              <a:ext uri="{FF2B5EF4-FFF2-40B4-BE49-F238E27FC236}">
                <a16:creationId xmlns:a16="http://schemas.microsoft.com/office/drawing/2014/main" id="{22EDA05E-D48D-DC39-FF5E-2AFEC3287AFF}"/>
              </a:ext>
            </a:extLst>
          </p:cNvPr>
          <p:cNvSpPr>
            <a:spLocks noGrp="1"/>
          </p:cNvSpPr>
          <p:nvPr>
            <p:ph type="title"/>
          </p:nvPr>
        </p:nvSpPr>
        <p:spPr>
          <a:xfrm>
            <a:off x="0" y="0"/>
            <a:ext cx="12192000" cy="1143000"/>
          </a:xfrm>
          <a:solidFill>
            <a:schemeClr val="accent2">
              <a:lumMod val="40000"/>
              <a:lumOff val="60000"/>
            </a:schemeClr>
          </a:solidFill>
        </p:spPr>
        <p:txBody>
          <a:bodyPr>
            <a:normAutofit/>
          </a:bodyPr>
          <a:lstStyle/>
          <a:p>
            <a:pPr algn="ctr"/>
            <a:r>
              <a:rPr lang="en-IN"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Objective of the Project</a:t>
            </a:r>
            <a:endParaRPr lang="en-IN" b="1" i="1" dirty="0">
              <a:effectLst>
                <a:outerShdw blurRad="38100" dist="38100" dir="2700000" algn="tl">
                  <a:srgbClr val="000000">
                    <a:alpha val="43137"/>
                  </a:srgbClr>
                </a:outerShdw>
              </a:effectLst>
              <a:latin typeface="Times New Roman" panose="02020603050405020304" pitchFamily="18" charset="0"/>
              <a:ea typeface="Tahoma" panose="020B060403050404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2E4AF588-FCE0-E4AB-209F-60A9A0A32178}"/>
                  </a:ext>
                </a:extLst>
              </p14:cNvPr>
              <p14:cNvContentPartPr/>
              <p14:nvPr/>
            </p14:nvContentPartPr>
            <p14:xfrm>
              <a:off x="3448080" y="4565520"/>
              <a:ext cx="360" cy="360"/>
            </p14:xfrm>
          </p:contentPart>
        </mc:Choice>
        <mc:Fallback xmlns="">
          <p:pic>
            <p:nvPicPr>
              <p:cNvPr id="2" name="Ink 1">
                <a:extLst>
                  <a:ext uri="{FF2B5EF4-FFF2-40B4-BE49-F238E27FC236}">
                    <a16:creationId xmlns:a16="http://schemas.microsoft.com/office/drawing/2014/main" id="{2E4AF588-FCE0-E4AB-209F-60A9A0A32178}"/>
                  </a:ext>
                </a:extLst>
              </p:cNvPr>
              <p:cNvPicPr/>
              <p:nvPr/>
            </p:nvPicPr>
            <p:blipFill>
              <a:blip r:embed="rId3"/>
              <a:stretch>
                <a:fillRect/>
              </a:stretch>
            </p:blipFill>
            <p:spPr>
              <a:xfrm>
                <a:off x="3438720" y="4556160"/>
                <a:ext cx="19080" cy="19080"/>
              </a:xfrm>
              <a:prstGeom prst="rect">
                <a:avLst/>
              </a:prstGeom>
            </p:spPr>
          </p:pic>
        </mc:Fallback>
      </mc:AlternateContent>
    </p:spTree>
    <p:extLst>
      <p:ext uri="{BB962C8B-B14F-4D97-AF65-F5344CB8AC3E}">
        <p14:creationId xmlns:p14="http://schemas.microsoft.com/office/powerpoint/2010/main" val="1728476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296E4B2C-E9FE-4964-678E-C0EB26BC2D2B}"/>
              </a:ext>
            </a:extLst>
          </p:cNvPr>
          <p:cNvPicPr>
            <a:picLocks noGrp="1" noChangeAspect="1"/>
          </p:cNvPicPr>
          <p:nvPr>
            <p:ph idx="1"/>
          </p:nvPr>
        </p:nvPicPr>
        <p:blipFill>
          <a:blip r:embed="rId2"/>
          <a:stretch>
            <a:fillRect/>
          </a:stretch>
        </p:blipFill>
        <p:spPr>
          <a:xfrm>
            <a:off x="1123122" y="1613144"/>
            <a:ext cx="10127974" cy="4563819"/>
          </a:xfrm>
          <a:prstGeom prst="rect">
            <a:avLst/>
          </a:prstGeom>
        </p:spPr>
      </p:pic>
      <p:sp>
        <p:nvSpPr>
          <p:cNvPr id="4" name="Title 1">
            <a:extLst>
              <a:ext uri="{FF2B5EF4-FFF2-40B4-BE49-F238E27FC236}">
                <a16:creationId xmlns:a16="http://schemas.microsoft.com/office/drawing/2014/main" id="{C034F9D7-BE15-C40A-47F6-A00C8F147E50}"/>
              </a:ext>
            </a:extLst>
          </p:cNvPr>
          <p:cNvSpPr>
            <a:spLocks noGrp="1"/>
          </p:cNvSpPr>
          <p:nvPr>
            <p:ph type="title"/>
          </p:nvPr>
        </p:nvSpPr>
        <p:spPr>
          <a:xfrm>
            <a:off x="0" y="0"/>
            <a:ext cx="12192000" cy="1325563"/>
          </a:xfrm>
          <a:solidFill>
            <a:schemeClr val="accent2">
              <a:lumMod val="40000"/>
              <a:lumOff val="60000"/>
            </a:schemeClr>
          </a:solidFill>
        </p:spPr>
        <p:txBody>
          <a:bodyPr>
            <a:normAutofit/>
          </a:bodyPr>
          <a:lstStyle/>
          <a:p>
            <a:pPr algn="ctr"/>
            <a:r>
              <a:rPr lang="en-IN" b="1" i="1" dirty="0">
                <a:effectLst>
                  <a:outerShdw blurRad="38100" dist="38100" dir="2700000" algn="tl">
                    <a:srgbClr val="000000">
                      <a:alpha val="43137"/>
                    </a:srgbClr>
                  </a:outerShdw>
                </a:effectLst>
                <a:latin typeface="Times New Roman" panose="02020603050405020304" pitchFamily="18" charset="0"/>
                <a:ea typeface="Tahoma" panose="020B0604030504040204" pitchFamily="34" charset="0"/>
                <a:cs typeface="Times New Roman" panose="02020603050405020304" pitchFamily="18" charset="0"/>
              </a:rPr>
              <a:t>Home Page</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3FE40D4-946D-859A-7A19-8081F91D9738}"/>
                  </a:ext>
                </a:extLst>
              </p14:cNvPr>
              <p14:cNvContentPartPr/>
              <p14:nvPr/>
            </p14:nvContentPartPr>
            <p14:xfrm>
              <a:off x="2082960" y="1797120"/>
              <a:ext cx="360" cy="360"/>
            </p14:xfrm>
          </p:contentPart>
        </mc:Choice>
        <mc:Fallback xmlns="">
          <p:pic>
            <p:nvPicPr>
              <p:cNvPr id="2" name="Ink 1">
                <a:extLst>
                  <a:ext uri="{FF2B5EF4-FFF2-40B4-BE49-F238E27FC236}">
                    <a16:creationId xmlns:a16="http://schemas.microsoft.com/office/drawing/2014/main" id="{63FE40D4-946D-859A-7A19-8081F91D9738}"/>
                  </a:ext>
                </a:extLst>
              </p:cNvPr>
              <p:cNvPicPr/>
              <p:nvPr/>
            </p:nvPicPr>
            <p:blipFill>
              <a:blip r:embed="rId4"/>
              <a:stretch>
                <a:fillRect/>
              </a:stretch>
            </p:blipFill>
            <p:spPr>
              <a:xfrm>
                <a:off x="2073600" y="1787760"/>
                <a:ext cx="19080" cy="19080"/>
              </a:xfrm>
              <a:prstGeom prst="rect">
                <a:avLst/>
              </a:prstGeom>
            </p:spPr>
          </p:pic>
        </mc:Fallback>
      </mc:AlternateContent>
    </p:spTree>
    <p:extLst>
      <p:ext uri="{BB962C8B-B14F-4D97-AF65-F5344CB8AC3E}">
        <p14:creationId xmlns:p14="http://schemas.microsoft.com/office/powerpoint/2010/main" val="4185992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AE779A-D2C3-A917-F8D4-6861E249F009}"/>
              </a:ext>
            </a:extLst>
          </p:cNvPr>
          <p:cNvSpPr>
            <a:spLocks noGrp="1"/>
          </p:cNvSpPr>
          <p:nvPr>
            <p:ph idx="1"/>
          </p:nvPr>
        </p:nvSpPr>
        <p:spPr/>
        <p:txBody>
          <a:bodyPr>
            <a:normAutofit lnSpcReduction="10000"/>
          </a:bodyPr>
          <a:lstStyle/>
          <a:p>
            <a:pPr marL="0" indent="0">
              <a:buNone/>
            </a:pPr>
            <a:r>
              <a:rPr lang="en-US" sz="2200" dirty="0"/>
              <a:t>Using AI, it provides personalized career suggestions, recommends skills and courses, and tracks progress through an easy-to-use dashboard.</a:t>
            </a:r>
          </a:p>
          <a:p>
            <a:pPr marL="0" indent="0">
              <a:buNone/>
            </a:pPr>
            <a:endParaRPr lang="en-US" sz="2200" dirty="0"/>
          </a:p>
          <a:p>
            <a:r>
              <a:rPr lang="en-US" sz="2200" b="1" dirty="0"/>
              <a:t>Key Points:</a:t>
            </a:r>
            <a:endParaRPr lang="en-US" sz="2200" dirty="0"/>
          </a:p>
          <a:p>
            <a:r>
              <a:rPr lang="en-US" sz="2200" dirty="0"/>
              <a:t>Personalized career recommendations using AI/ML</a:t>
            </a:r>
          </a:p>
          <a:p>
            <a:r>
              <a:rPr lang="en-US" sz="2200" dirty="0"/>
              <a:t>Skill suggestions with learning roadmap (Beginner → Advanced)</a:t>
            </a:r>
          </a:p>
          <a:p>
            <a:r>
              <a:rPr lang="en-US" sz="2200" dirty="0"/>
              <a:t>User authentication via Email &amp; Google OAuth</a:t>
            </a:r>
          </a:p>
          <a:p>
            <a:r>
              <a:rPr lang="en-US" sz="2200" dirty="0"/>
              <a:t>Editable profile with skills, education, and interests</a:t>
            </a:r>
          </a:p>
          <a:p>
            <a:r>
              <a:rPr lang="en-US" sz="2200" dirty="0"/>
              <a:t>Dashboard to track progress and save suggestions</a:t>
            </a:r>
          </a:p>
          <a:p>
            <a:r>
              <a:rPr lang="en-US" sz="2200" dirty="0"/>
              <a:t>PostgreSQL database for secure data storage</a:t>
            </a:r>
          </a:p>
          <a:p>
            <a:r>
              <a:rPr lang="en-US" sz="2200" dirty="0"/>
              <a:t>Frontend &amp; backend deployed on </a:t>
            </a:r>
            <a:r>
              <a:rPr lang="en-US" sz="2200" dirty="0" err="1"/>
              <a:t>vercel</a:t>
            </a:r>
            <a:r>
              <a:rPr lang="en-US" sz="2200" dirty="0"/>
              <a:t>.</a:t>
            </a:r>
          </a:p>
          <a:p>
            <a:endParaRPr lang="en-IN" dirty="0"/>
          </a:p>
        </p:txBody>
      </p:sp>
      <p:sp>
        <p:nvSpPr>
          <p:cNvPr id="4" name="Title 1">
            <a:extLst>
              <a:ext uri="{FF2B5EF4-FFF2-40B4-BE49-F238E27FC236}">
                <a16:creationId xmlns:a16="http://schemas.microsoft.com/office/drawing/2014/main" id="{E474AA27-E501-6C15-D33E-BD7440C9EBA0}"/>
              </a:ext>
            </a:extLst>
          </p:cNvPr>
          <p:cNvSpPr>
            <a:spLocks noGrp="1"/>
          </p:cNvSpPr>
          <p:nvPr>
            <p:ph type="title"/>
          </p:nvPr>
        </p:nvSpPr>
        <p:spPr>
          <a:xfrm>
            <a:off x="0" y="1"/>
            <a:ext cx="12192000" cy="1343818"/>
          </a:xfrm>
          <a:solidFill>
            <a:schemeClr val="accent2">
              <a:lumMod val="40000"/>
              <a:lumOff val="60000"/>
            </a:schemeClr>
          </a:solidFill>
        </p:spPr>
        <p:txBody>
          <a:bodyPr>
            <a:normAutofit/>
          </a:bodyPr>
          <a:lstStyle/>
          <a:p>
            <a:pPr algn="ctr"/>
            <a:r>
              <a:rPr lang="en-US" b="1" i="1" dirty="0">
                <a:effectLst>
                  <a:outerShdw blurRad="38100" dist="38100" dir="2700000" algn="tl">
                    <a:srgbClr val="000000">
                      <a:alpha val="43137"/>
                    </a:srgbClr>
                  </a:outerShdw>
                </a:effectLst>
                <a:latin typeface="Times New Roman" panose="02020603050405020304" pitchFamily="18" charset="0"/>
                <a:ea typeface="Tahoma" panose="020B0604030504040204" pitchFamily="34" charset="0"/>
                <a:cs typeface="Times New Roman" panose="02020603050405020304" pitchFamily="18" charset="0"/>
              </a:rPr>
              <a:t>Reports</a:t>
            </a:r>
            <a:endParaRPr lang="en-IN" b="1" i="1" dirty="0">
              <a:effectLst>
                <a:outerShdw blurRad="38100" dist="38100" dir="2700000" algn="tl">
                  <a:srgbClr val="000000">
                    <a:alpha val="43137"/>
                  </a:srgbClr>
                </a:outerShdw>
              </a:effectLst>
              <a:latin typeface="Times New Roman" panose="02020603050405020304" pitchFamily="18" charset="0"/>
              <a:ea typeface="Tahoma" panose="020B060403050404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8F8AF598-98FC-6285-3974-195A3C3BB30E}"/>
                  </a:ext>
                </a:extLst>
              </p14:cNvPr>
              <p14:cNvContentPartPr/>
              <p14:nvPr/>
            </p14:nvContentPartPr>
            <p14:xfrm>
              <a:off x="8800920" y="2400120"/>
              <a:ext cx="360" cy="360"/>
            </p14:xfrm>
          </p:contentPart>
        </mc:Choice>
        <mc:Fallback xmlns="">
          <p:pic>
            <p:nvPicPr>
              <p:cNvPr id="2" name="Ink 1">
                <a:extLst>
                  <a:ext uri="{FF2B5EF4-FFF2-40B4-BE49-F238E27FC236}">
                    <a16:creationId xmlns:a16="http://schemas.microsoft.com/office/drawing/2014/main" id="{8F8AF598-98FC-6285-3974-195A3C3BB30E}"/>
                  </a:ext>
                </a:extLst>
              </p:cNvPr>
              <p:cNvPicPr/>
              <p:nvPr/>
            </p:nvPicPr>
            <p:blipFill>
              <a:blip r:embed="rId3"/>
              <a:stretch>
                <a:fillRect/>
              </a:stretch>
            </p:blipFill>
            <p:spPr>
              <a:xfrm>
                <a:off x="8791560" y="2390760"/>
                <a:ext cx="19080" cy="19080"/>
              </a:xfrm>
              <a:prstGeom prst="rect">
                <a:avLst/>
              </a:prstGeom>
            </p:spPr>
          </p:pic>
        </mc:Fallback>
      </mc:AlternateContent>
    </p:spTree>
    <p:extLst>
      <p:ext uri="{BB962C8B-B14F-4D97-AF65-F5344CB8AC3E}">
        <p14:creationId xmlns:p14="http://schemas.microsoft.com/office/powerpoint/2010/main" val="2940512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791A66-6A2A-8A7D-B8AE-F59C07E13B0B}"/>
              </a:ext>
            </a:extLst>
          </p:cNvPr>
          <p:cNvSpPr>
            <a:spLocks noGrp="1"/>
          </p:cNvSpPr>
          <p:nvPr>
            <p:ph idx="1"/>
          </p:nvPr>
        </p:nvSpPr>
        <p:spPr>
          <a:xfrm>
            <a:off x="838200" y="2753139"/>
            <a:ext cx="10515600" cy="3423824"/>
          </a:xfrm>
        </p:spPr>
        <p:txBody>
          <a:bodyPr>
            <a:normAutofit/>
          </a:bodyPr>
          <a:lstStyle/>
          <a:p>
            <a:pPr marL="0" indent="0" algn="just">
              <a:buNone/>
            </a:pPr>
            <a:r>
              <a:rPr lang="en-US" sz="2000" dirty="0"/>
              <a:t>The AI Career Coach provides a </a:t>
            </a:r>
            <a:r>
              <a:rPr lang="en-US" sz="2000" b="1" dirty="0"/>
              <a:t>personalized, data-driven, and scalable</a:t>
            </a:r>
            <a:r>
              <a:rPr lang="en-US" sz="2000" dirty="0"/>
              <a:t> solution for career guidance. By combining AI recommendations, skill roadmaps, and interactive dashboards, it simplifies the career decision-making process and empowers users to take informed steps toward their professional goals.</a:t>
            </a:r>
            <a:endParaRPr lang="en-IN" sz="2000" dirty="0"/>
          </a:p>
        </p:txBody>
      </p:sp>
      <p:sp>
        <p:nvSpPr>
          <p:cNvPr id="4" name="Title 1">
            <a:extLst>
              <a:ext uri="{FF2B5EF4-FFF2-40B4-BE49-F238E27FC236}">
                <a16:creationId xmlns:a16="http://schemas.microsoft.com/office/drawing/2014/main" id="{810B4727-32F9-0187-3AB9-F2B07117EE63}"/>
              </a:ext>
            </a:extLst>
          </p:cNvPr>
          <p:cNvSpPr>
            <a:spLocks noGrp="1"/>
          </p:cNvSpPr>
          <p:nvPr>
            <p:ph type="title"/>
          </p:nvPr>
        </p:nvSpPr>
        <p:spPr>
          <a:xfrm>
            <a:off x="0" y="1"/>
            <a:ext cx="12192000" cy="1343818"/>
          </a:xfrm>
          <a:solidFill>
            <a:schemeClr val="accent2">
              <a:lumMod val="40000"/>
              <a:lumOff val="60000"/>
            </a:schemeClr>
          </a:solidFill>
        </p:spPr>
        <p:txBody>
          <a:bodyPr>
            <a:normAutofit/>
          </a:bodyPr>
          <a:lstStyle/>
          <a:p>
            <a:pPr algn="ctr"/>
            <a:r>
              <a:rPr lang="en-IN"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a:t>
            </a:r>
            <a:endParaRPr lang="en-IN" b="1" i="1" dirty="0">
              <a:effectLst>
                <a:outerShdw blurRad="38100" dist="38100" dir="2700000" algn="tl">
                  <a:srgbClr val="000000">
                    <a:alpha val="43137"/>
                  </a:srgbClr>
                </a:outerShdw>
              </a:effectLst>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237215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4EE104-90EE-2D91-05D1-448A9D775321}"/>
              </a:ext>
            </a:extLst>
          </p:cNvPr>
          <p:cNvSpPr>
            <a:spLocks noGrp="1"/>
          </p:cNvSpPr>
          <p:nvPr>
            <p:ph type="title"/>
          </p:nvPr>
        </p:nvSpPr>
        <p:spPr>
          <a:xfrm>
            <a:off x="0" y="2696644"/>
            <a:ext cx="12192000" cy="1325563"/>
          </a:xfrm>
          <a:solidFill>
            <a:schemeClr val="accent2">
              <a:lumMod val="40000"/>
              <a:lumOff val="60000"/>
            </a:schemeClr>
          </a:solidFill>
        </p:spPr>
        <p:txBody>
          <a:bodyPr>
            <a:normAutofit/>
          </a:bodyPr>
          <a:lstStyle/>
          <a:p>
            <a:pPr algn="ctr"/>
            <a:r>
              <a:rPr lang="en-US" b="1" i="1" dirty="0">
                <a:effectLst>
                  <a:outerShdw blurRad="38100" dist="38100" dir="2700000" algn="tl">
                    <a:srgbClr val="000000">
                      <a:alpha val="43137"/>
                    </a:srgbClr>
                  </a:outerShdw>
                </a:effectLst>
                <a:latin typeface="Times New Roman" panose="02020603050405020304" pitchFamily="18" charset="0"/>
                <a:ea typeface="Tahoma" panose="020B0604030504040204" pitchFamily="34" charset="0"/>
                <a:cs typeface="Times New Roman" panose="02020603050405020304" pitchFamily="18" charset="0"/>
              </a:rPr>
              <a:t>Thank You</a:t>
            </a:r>
            <a:endParaRPr lang="en-IN" b="1" i="1" dirty="0">
              <a:effectLst>
                <a:outerShdw blurRad="38100" dist="38100" dir="2700000" algn="tl">
                  <a:srgbClr val="000000">
                    <a:alpha val="43137"/>
                  </a:srgbClr>
                </a:outerShdw>
              </a:effectLst>
              <a:latin typeface="Times New Roman" panose="02020603050405020304" pitchFamily="18" charset="0"/>
              <a:ea typeface="Tahoma" panose="020B060403050404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CCA770BA-E542-3EEE-EF85-79912DEFF94C}"/>
                  </a:ext>
                </a:extLst>
              </p14:cNvPr>
              <p14:cNvContentPartPr/>
              <p14:nvPr/>
            </p14:nvContentPartPr>
            <p14:xfrm>
              <a:off x="723960" y="6496200"/>
              <a:ext cx="360" cy="360"/>
            </p14:xfrm>
          </p:contentPart>
        </mc:Choice>
        <mc:Fallback xmlns="">
          <p:pic>
            <p:nvPicPr>
              <p:cNvPr id="2" name="Ink 1">
                <a:extLst>
                  <a:ext uri="{FF2B5EF4-FFF2-40B4-BE49-F238E27FC236}">
                    <a16:creationId xmlns:a16="http://schemas.microsoft.com/office/drawing/2014/main" id="{CCA770BA-E542-3EEE-EF85-79912DEFF94C}"/>
                  </a:ext>
                </a:extLst>
              </p:cNvPr>
              <p:cNvPicPr/>
              <p:nvPr/>
            </p:nvPicPr>
            <p:blipFill>
              <a:blip r:embed="rId3"/>
              <a:stretch>
                <a:fillRect/>
              </a:stretch>
            </p:blipFill>
            <p:spPr>
              <a:xfrm>
                <a:off x="714600" y="6486840"/>
                <a:ext cx="19080" cy="19080"/>
              </a:xfrm>
              <a:prstGeom prst="rect">
                <a:avLst/>
              </a:prstGeom>
            </p:spPr>
          </p:pic>
        </mc:Fallback>
      </mc:AlternateContent>
    </p:spTree>
    <p:extLst>
      <p:ext uri="{BB962C8B-B14F-4D97-AF65-F5344CB8AC3E}">
        <p14:creationId xmlns:p14="http://schemas.microsoft.com/office/powerpoint/2010/main" val="2258872340"/>
      </p:ext>
    </p:extLst>
  </p:cSld>
  <p:clrMapOvr>
    <a:masterClrMapping/>
  </p:clrMapOvr>
</p:sld>
</file>

<file path=ppt/theme/theme1.xml><?xml version="1.0" encoding="utf-8"?>
<a:theme xmlns:a="http://schemas.openxmlformats.org/drawingml/2006/main" name="Office Theme">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Organic</Template>
  <TotalTime>4237</TotalTime>
  <Words>802</Words>
  <Application>Microsoft Office PowerPoint</Application>
  <PresentationFormat>Widescreen</PresentationFormat>
  <Paragraphs>75</Paragraphs>
  <Slides>11</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Aptos</vt:lpstr>
      <vt:lpstr>Arial</vt:lpstr>
      <vt:lpstr>Arial Rounded MT Bold</vt:lpstr>
      <vt:lpstr>Calibri</vt:lpstr>
      <vt:lpstr>Calibri Light</vt:lpstr>
      <vt:lpstr>Times New Roman</vt:lpstr>
      <vt:lpstr>Wingdings</vt:lpstr>
      <vt:lpstr>Office Theme</vt:lpstr>
      <vt:lpstr>Department of Computer Applications  AI Career Coach  MAJOR PROJECT-I Odd Semester Session 2025-26</vt:lpstr>
      <vt:lpstr>Introduction</vt:lpstr>
      <vt:lpstr>Requirements</vt:lpstr>
      <vt:lpstr>Tech Stack</vt:lpstr>
      <vt:lpstr>Individual Roles</vt:lpstr>
      <vt:lpstr>Literature Review</vt:lpstr>
      <vt:lpstr>Objective of the Project</vt:lpstr>
      <vt:lpstr>Home Page</vt:lpstr>
      <vt:lpstr>Reports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Project-I (K24MCA18P) Odd Semester Session 2024-25</dc:title>
  <dc:creator>Apoorv Jain</dc:creator>
  <cp:lastModifiedBy>Prince Rajput</cp:lastModifiedBy>
  <cp:revision>105</cp:revision>
  <dcterms:created xsi:type="dcterms:W3CDTF">2024-09-12T08:34:15Z</dcterms:created>
  <dcterms:modified xsi:type="dcterms:W3CDTF">2025-08-20T08:09:40Z</dcterms:modified>
</cp:coreProperties>
</file>