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3A374-E257-BA40-8027-2F76366D077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A341E-1834-1A45-B594-3CD153D3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0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033B-C1CB-1754-9CFB-86BF8AE30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F7485-6AB7-ED91-AD1E-F6AF83215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DE61-1E8E-21E6-91F5-9ACFEE0A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0C74B-DB87-D74C-25EF-E2DFA9BB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4EB34-C25C-43DD-1A50-13C7E669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1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85E8-D1F0-3201-C513-282DAD84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AC0AD-2C49-613F-7309-CA716980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1593B-EACA-5742-BD7F-BBE8EF09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32B52-D214-778D-EBBC-4D434F2D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6133C-3644-B4AE-38D1-B6502E79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8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90C2-0E03-59D3-2EC9-A7CEBD2A0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3D4C1-E515-B744-7095-139C57B2C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09EE3-1AD3-FA54-93C5-86879BAC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9E5D3-42E2-501B-4318-0A159470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B1FAE-A829-24D5-8503-C294C28F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5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B38F-72B4-7564-C133-A8CAF7D4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9F648-9D9E-7763-6BAB-B390C53F9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56F47-3898-C18D-71A7-B77785303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CE839-A226-7F30-2E42-D8C07E51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F7FCD-23EC-B0DD-BE70-3A095C494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94252-86A4-63D0-754B-CBB385D3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6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59CE-6C76-046E-841B-6EA0F787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A51E6-7D4F-39D6-DA6C-601B6390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4CA2B-944D-91E6-F3C1-9E8B8804F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67490-A622-5F5B-FFA5-1191FC5F8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8B953-35E2-D50D-3C23-96F3EA8A9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78F9F-EF39-1158-FFBB-B082D766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A79C8-D42A-D086-9A2C-59BDC44B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02294-325E-C44F-6A05-FBDBCF94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84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6425-17EE-1CF7-BD80-9B51FD96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714A2E-804D-2430-8785-8198012E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E586F-1A2C-46B0-E88F-42E97FF8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0DCC0-E42B-4E16-2659-DE7666BD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0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DC0D8-D29F-7928-5C8E-932C35C7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381DF-626E-EA82-70A9-10E12459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DBE00-CBB3-2EA9-A8AD-EED32DAA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8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6360-D970-1460-9ACE-C05150BFB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89798-D111-FBE5-6324-CC95E2CD3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0DC15-10D0-0F6F-3033-BC7F116A9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4E66B-040C-17B4-ADF5-813D3763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D7DC8-6E0F-8333-626D-41844009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94196-7598-4217-57B3-7873D582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3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5154-D40A-B42C-288E-C719D539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1DA1E-1E67-5A29-051C-843826304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18FC5-2DD3-C9EF-C7BF-36F167EC5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F03EC-88F4-EC8D-270C-34F4D1181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DC8FE-1BCB-047D-5F52-E902AC39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B3D0D-1060-1C28-1F1A-231E43E4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5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9D28-A6C4-84CC-7AD0-1AF88C70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33BF9-1D81-F7B1-6917-58E88F5D0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66503-6FF8-76D4-851E-BF686B74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06448-39D6-5009-B041-CA30D472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0FC16-7BF7-6E7E-42AB-25069EB7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88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52CA7-F9AD-0C1E-852C-42392B02D3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4B219-750C-7F94-6064-315216015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17404-C2CA-70FA-A5B4-9AE95C7F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AD08-86AD-4165-1C92-6B56C79B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2F7B6-7C91-353F-2D5E-37F732F3E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10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87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25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63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42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4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165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97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570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3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32A7A-246A-E18A-4C93-A4BA988E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919EB-94FF-60FF-BB8D-B66AF177A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F8F3A-267F-D219-664F-DEDAAC19E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0576A-07DB-3B46-AC99-97A70AE2395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10F51-7255-50C1-18D0-94D395A5F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35A5A-9156-5F50-DE6D-645C17C79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3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FFE76E-4DC6-6384-AD43-B628E9B8A30C}"/>
              </a:ext>
            </a:extLst>
          </p:cNvPr>
          <p:cNvSpPr txBox="1"/>
          <p:nvPr/>
        </p:nvSpPr>
        <p:spPr>
          <a:xfrm>
            <a:off x="629392" y="144764"/>
            <a:ext cx="10842172" cy="6723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SYNOPSIS Presentation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 err="1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GetPrep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Tarun Kumar 202410116100223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Tushar Kumar 202410116100227</a:t>
            </a:r>
            <a:endParaRPr lang="en-IN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Vaibhav Singh Kalura</a:t>
            </a:r>
            <a:r>
              <a:rPr lang="en-IN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202410116100233</a:t>
            </a:r>
            <a:endParaRPr lang="en-IN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Vishal Dagar 202410116100249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(IV Semester)</a:t>
            </a: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Dr. Ankit Verma</a:t>
            </a:r>
            <a:r>
              <a:rPr lang="en-IN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Associate Professor</a:t>
            </a:r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Ms. Annu Yadav </a:t>
            </a:r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Assistant Professor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</a:p>
        </p:txBody>
      </p:sp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9BF98C95-DBAE-E9E8-84C0-A85D1A4B9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6" y="427512"/>
            <a:ext cx="3309483" cy="9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10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6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2" y="775196"/>
            <a:ext cx="378043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Overview</a:t>
            </a:r>
            <a:endParaRPr lang="en-US" sz="2958" dirty="0"/>
          </a:p>
        </p:txBody>
      </p:sp>
      <p:sp>
        <p:nvSpPr>
          <p:cNvPr id="4" name="Text 1"/>
          <p:cNvSpPr/>
          <p:nvPr/>
        </p:nvSpPr>
        <p:spPr>
          <a:xfrm>
            <a:off x="5233492" y="1531144"/>
            <a:ext cx="6297018" cy="141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GetPrep is an AI-driven platform that converts a user's profile and a uploaded Job Description (JD) into tailored, one-on-one mock interviews. It supports technical, behavioral, and coding rounds and delivers detailed, actionable feedback to close the gap between generic prep and role-specific readiness.</a:t>
            </a:r>
            <a:endParaRPr lang="en-US" sz="1458" dirty="0"/>
          </a:p>
        </p:txBody>
      </p:sp>
      <p:sp>
        <p:nvSpPr>
          <p:cNvPr id="5" name="Shape 2"/>
          <p:cNvSpPr/>
          <p:nvPr/>
        </p:nvSpPr>
        <p:spPr>
          <a:xfrm>
            <a:off x="5233492" y="3161109"/>
            <a:ext cx="6297018" cy="1366342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854" y="3356471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Functions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5428854" y="3765154"/>
            <a:ext cx="5906294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JD analysis, dynamic question generation, simulated interviews, automated scoring and feedback.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5233492" y="4716462"/>
            <a:ext cx="6297018" cy="1366342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28854" y="491182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Impact</a:t>
            </a:r>
            <a:endParaRPr lang="en-US" sz="1833" dirty="0"/>
          </a:p>
        </p:txBody>
      </p:sp>
      <p:sp>
        <p:nvSpPr>
          <p:cNvPr id="10" name="Text 7"/>
          <p:cNvSpPr/>
          <p:nvPr/>
        </p:nvSpPr>
        <p:spPr>
          <a:xfrm>
            <a:off x="5428854" y="5320507"/>
            <a:ext cx="5906294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candidate accuracy, provides measurable progress, and shortens interview preparation cycles.</a:t>
            </a:r>
            <a:endParaRPr lang="en-US" sz="145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0"/>
            <a:ext cx="48006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1853406"/>
            <a:ext cx="378043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</a:t>
            </a:r>
            <a:endParaRPr lang="en-US" sz="2958" dirty="0"/>
          </a:p>
        </p:txBody>
      </p:sp>
      <p:sp>
        <p:nvSpPr>
          <p:cNvPr id="4" name="Text 1"/>
          <p:cNvSpPr/>
          <p:nvPr/>
        </p:nvSpPr>
        <p:spPr>
          <a:xfrm>
            <a:off x="661492" y="2609355"/>
            <a:ext cx="6297018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platforms offer non-specific practice and lack realistic simulation. There is no integrated AI-based evaluation tied to a target JD, resulting in poor role-alignment and limited measurable improvement for candidates.</a:t>
            </a:r>
            <a:endParaRPr lang="en-US" sz="1458" dirty="0"/>
          </a:p>
        </p:txBody>
      </p:sp>
      <p:sp>
        <p:nvSpPr>
          <p:cNvPr id="5" name="Text 2"/>
          <p:cNvSpPr/>
          <p:nvPr/>
        </p:nvSpPr>
        <p:spPr>
          <a:xfrm>
            <a:off x="661492" y="3672384"/>
            <a:ext cx="6297018" cy="133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personalized interview preparation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realistic mock interview simulation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Generic content not tailored to JD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AI-driven performance evaluation</a:t>
            </a:r>
            <a:endParaRPr lang="en-US" sz="145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6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6747" y="805954"/>
            <a:ext cx="2941538" cy="367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75"/>
              </a:lnSpc>
            </a:pPr>
            <a:r>
              <a:rPr lang="en-US" sz="2292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Objectives</a:t>
            </a:r>
            <a:endParaRPr lang="en-US" sz="229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6747" y="1345307"/>
            <a:ext cx="367606" cy="3676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86747" y="1855887"/>
            <a:ext cx="1838424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AI-driven Analysis</a:t>
            </a:r>
            <a:endParaRPr lang="en-US" sz="1417" dirty="0"/>
          </a:p>
        </p:txBody>
      </p:sp>
      <p:sp>
        <p:nvSpPr>
          <p:cNvPr id="6" name="Text 2"/>
          <p:cNvSpPr/>
          <p:nvPr/>
        </p:nvSpPr>
        <p:spPr>
          <a:xfrm>
            <a:off x="5086747" y="2154337"/>
            <a:ext cx="6590507" cy="196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125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Parse JDs to extract skills, responsibilities, and competency expectations.</a:t>
            </a:r>
            <a:endParaRPr lang="en-US" sz="112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6747" y="2579192"/>
            <a:ext cx="367606" cy="3676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86747" y="3089771"/>
            <a:ext cx="25138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Dynamic Question Generation</a:t>
            </a:r>
            <a:endParaRPr lang="en-US" sz="1417" dirty="0"/>
          </a:p>
        </p:txBody>
      </p:sp>
      <p:sp>
        <p:nvSpPr>
          <p:cNvPr id="9" name="Text 4"/>
          <p:cNvSpPr/>
          <p:nvPr/>
        </p:nvSpPr>
        <p:spPr>
          <a:xfrm>
            <a:off x="5086747" y="3388221"/>
            <a:ext cx="6590507" cy="196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125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technical, behavioral, and role-specific questions on demand.</a:t>
            </a:r>
            <a:endParaRPr lang="en-US" sz="1125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6747" y="3813076"/>
            <a:ext cx="367606" cy="3676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86747" y="4323656"/>
            <a:ext cx="221486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Coding Round Automation</a:t>
            </a:r>
            <a:endParaRPr lang="en-US" sz="1417" dirty="0"/>
          </a:p>
        </p:txBody>
      </p:sp>
      <p:sp>
        <p:nvSpPr>
          <p:cNvPr id="12" name="Text 6"/>
          <p:cNvSpPr/>
          <p:nvPr/>
        </p:nvSpPr>
        <p:spPr>
          <a:xfrm>
            <a:off x="5086747" y="4622106"/>
            <a:ext cx="6590507" cy="196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125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Auto-evaluate code submissions with test cases and complexity checks.</a:t>
            </a:r>
            <a:endParaRPr lang="en-US" sz="1125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6747" y="5046960"/>
            <a:ext cx="367606" cy="3676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86747" y="5557540"/>
            <a:ext cx="1947466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Feedback</a:t>
            </a:r>
            <a:endParaRPr lang="en-US" sz="1417" dirty="0"/>
          </a:p>
        </p:txBody>
      </p:sp>
      <p:sp>
        <p:nvSpPr>
          <p:cNvPr id="15" name="Text 8"/>
          <p:cNvSpPr/>
          <p:nvPr/>
        </p:nvSpPr>
        <p:spPr>
          <a:xfrm>
            <a:off x="5086747" y="5855990"/>
            <a:ext cx="6590507" cy="196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125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scores, strengths, weakness summaries, and improvement suggestions.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4807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3021807"/>
            <a:ext cx="689977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Scope — Inclusions &amp; Exclusions</a:t>
            </a:r>
            <a:endParaRPr lang="en-US" sz="2958" dirty="0"/>
          </a:p>
        </p:txBody>
      </p:sp>
      <p:sp>
        <p:nvSpPr>
          <p:cNvPr id="4" name="Text 1"/>
          <p:cNvSpPr/>
          <p:nvPr/>
        </p:nvSpPr>
        <p:spPr>
          <a:xfrm>
            <a:off x="661492" y="3966766"/>
            <a:ext cx="2838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Included (Current Version)</a:t>
            </a:r>
            <a:endParaRPr lang="en-US" sz="1833" dirty="0"/>
          </a:p>
        </p:txBody>
      </p:sp>
      <p:sp>
        <p:nvSpPr>
          <p:cNvPr id="5" name="Text 2"/>
          <p:cNvSpPr/>
          <p:nvPr/>
        </p:nvSpPr>
        <p:spPr>
          <a:xfrm>
            <a:off x="661492" y="4451053"/>
            <a:ext cx="5203924" cy="168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authentication and profile management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JD upload and AI analysis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interview module (technical &amp; HR)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Coding round with automated evaluation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system and dashboard</a:t>
            </a:r>
            <a:endParaRPr lang="en-US" sz="1458" dirty="0"/>
          </a:p>
        </p:txBody>
      </p:sp>
      <p:sp>
        <p:nvSpPr>
          <p:cNvPr id="6" name="Text 3"/>
          <p:cNvSpPr/>
          <p:nvPr/>
        </p:nvSpPr>
        <p:spPr>
          <a:xfrm>
            <a:off x="6332934" y="3966766"/>
            <a:ext cx="289937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Excluded (Current Version)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6332935" y="4451053"/>
            <a:ext cx="5203924" cy="98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human interviewer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video interview support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company API integrations</a:t>
            </a:r>
            <a:endParaRPr lang="en-US" sz="145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1708" y="412155"/>
            <a:ext cx="279082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8"/>
              </a:lnSpc>
            </a:pPr>
            <a:r>
              <a:rPr lang="en-US" sz="2167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Architecture</a:t>
            </a:r>
            <a:endParaRPr lang="en-US" sz="216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08" y="966986"/>
            <a:ext cx="9628584" cy="49994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92299" y="3059904"/>
            <a:ext cx="1188168" cy="802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83"/>
              </a:lnSpc>
            </a:pPr>
            <a:r>
              <a:rPr lang="en-US" sz="1667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Layered System Architecture</a:t>
            </a:r>
            <a:endParaRPr lang="en-US" sz="166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1181" y="2292793"/>
            <a:ext cx="241793" cy="2417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9557" y="1998721"/>
            <a:ext cx="2081672" cy="267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</a:t>
            </a:r>
            <a:endParaRPr lang="en-US" sz="1667" dirty="0"/>
          </a:p>
        </p:txBody>
      </p:sp>
      <p:sp>
        <p:nvSpPr>
          <p:cNvPr id="7" name="Text 3"/>
          <p:cNvSpPr/>
          <p:nvPr/>
        </p:nvSpPr>
        <p:spPr>
          <a:xfrm>
            <a:off x="1509557" y="2342101"/>
            <a:ext cx="2081672" cy="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1333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React.js user interface sending requests</a:t>
            </a:r>
            <a:endParaRPr lang="en-US" sz="1333" dirty="0"/>
          </a:p>
        </p:txBody>
      </p:sp>
      <p:sp>
        <p:nvSpPr>
          <p:cNvPr id="8" name="Text 4"/>
          <p:cNvSpPr/>
          <p:nvPr/>
        </p:nvSpPr>
        <p:spPr>
          <a:xfrm>
            <a:off x="8600548" y="1998721"/>
            <a:ext cx="2081672" cy="267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</a:t>
            </a:r>
            <a:endParaRPr lang="en-US" sz="1667" dirty="0"/>
          </a:p>
        </p:txBody>
      </p:sp>
      <p:sp>
        <p:nvSpPr>
          <p:cNvPr id="9" name="Text 5"/>
          <p:cNvSpPr/>
          <p:nvPr/>
        </p:nvSpPr>
        <p:spPr>
          <a:xfrm>
            <a:off x="8600548" y="2342101"/>
            <a:ext cx="2081672" cy="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1333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+ Express handling auth and services</a:t>
            </a:r>
            <a:endParaRPr lang="en-US" sz="1333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476" y="1779504"/>
            <a:ext cx="241793" cy="241793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4430" y="4364959"/>
            <a:ext cx="241793" cy="2417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09557" y="4222973"/>
            <a:ext cx="2081672" cy="267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&amp; DB</a:t>
            </a:r>
            <a:endParaRPr lang="en-US" sz="1667" dirty="0"/>
          </a:p>
        </p:txBody>
      </p:sp>
      <p:sp>
        <p:nvSpPr>
          <p:cNvPr id="13" name="Text 7"/>
          <p:cNvSpPr/>
          <p:nvPr/>
        </p:nvSpPr>
        <p:spPr>
          <a:xfrm>
            <a:off x="1509557" y="4566353"/>
            <a:ext cx="2081672" cy="5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1333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 API + MongoDB/MySQL for JD parsing and eval</a:t>
            </a:r>
            <a:endParaRPr lang="en-US" sz="1333" dirty="0"/>
          </a:p>
        </p:txBody>
      </p:sp>
      <p:sp>
        <p:nvSpPr>
          <p:cNvPr id="14" name="Text 8"/>
          <p:cNvSpPr/>
          <p:nvPr/>
        </p:nvSpPr>
        <p:spPr>
          <a:xfrm>
            <a:off x="8600548" y="4222973"/>
            <a:ext cx="2081672" cy="267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</a:t>
            </a:r>
            <a:endParaRPr lang="en-US" sz="1667" dirty="0"/>
          </a:p>
        </p:txBody>
      </p:sp>
      <p:sp>
        <p:nvSpPr>
          <p:cNvPr id="15" name="Text 9"/>
          <p:cNvSpPr/>
          <p:nvPr/>
        </p:nvSpPr>
        <p:spPr>
          <a:xfrm>
            <a:off x="8600548" y="4566353"/>
            <a:ext cx="2081672" cy="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1333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Analytics, interview results and monitoring</a:t>
            </a:r>
            <a:endParaRPr lang="en-US" sz="1333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9109" y="5153903"/>
            <a:ext cx="241793" cy="2417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1708" y="6082308"/>
            <a:ext cx="9628584" cy="36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083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Frontend: React.js • Backend: Node.js/Express • Database: MongoDB / MySQL • AI: OpenAI API. The diagram highlights modular services: Auth, JD Parser, Interview Engine, Code Evaluator, and Analytics.</a:t>
            </a:r>
            <a:endParaRPr lang="en-US" sz="10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6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2" y="568127"/>
            <a:ext cx="378043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Methodology &amp; Tools</a:t>
            </a:r>
            <a:endParaRPr lang="en-US" sz="2958" dirty="0"/>
          </a:p>
        </p:txBody>
      </p:sp>
      <p:sp>
        <p:nvSpPr>
          <p:cNvPr id="4" name="Text 1"/>
          <p:cNvSpPr/>
          <p:nvPr/>
        </p:nvSpPr>
        <p:spPr>
          <a:xfrm>
            <a:off x="5233492" y="1324075"/>
            <a:ext cx="6297018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Development follows Agile iterations with continuous integration and incremental delivery. Phases: Requirement Analysis → Design → Development → Testing → Deployment.</a:t>
            </a:r>
            <a:endParaRPr lang="en-US" sz="1458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492" y="2387104"/>
            <a:ext cx="472480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2211" y="238710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</a:t>
            </a:r>
            <a:endParaRPr lang="en-US" sz="1833" dirty="0"/>
          </a:p>
        </p:txBody>
      </p:sp>
      <p:sp>
        <p:nvSpPr>
          <p:cNvPr id="7" name="Text 3"/>
          <p:cNvSpPr/>
          <p:nvPr/>
        </p:nvSpPr>
        <p:spPr>
          <a:xfrm>
            <a:off x="5942211" y="2795786"/>
            <a:ext cx="558829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HTML, CSS, JavaScript</a:t>
            </a:r>
          </a:p>
          <a:p>
            <a:pPr>
              <a:lnSpc>
                <a:spcPts val="2208"/>
              </a:lnSpc>
            </a:pPr>
            <a:endParaRPr lang="en-US" sz="1458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492" y="3457278"/>
            <a:ext cx="472480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2211" y="345727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</a:t>
            </a:r>
            <a:endParaRPr lang="en-US" sz="1833" dirty="0"/>
          </a:p>
        </p:txBody>
      </p:sp>
      <p:sp>
        <p:nvSpPr>
          <p:cNvPr id="10" name="Text 5"/>
          <p:cNvSpPr/>
          <p:nvPr/>
        </p:nvSpPr>
        <p:spPr>
          <a:xfrm>
            <a:off x="5942211" y="3865959"/>
            <a:ext cx="558829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 </a:t>
            </a:r>
            <a:r>
              <a:rPr lang="en-IN" dirty="0"/>
              <a:t>Flask, and </a:t>
            </a:r>
            <a:r>
              <a:rPr lang="en-IN" dirty="0" err="1"/>
              <a:t>FastAPI</a:t>
            </a:r>
            <a:endParaRPr lang="en-US" sz="1458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492" y="4527451"/>
            <a:ext cx="472480" cy="472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42211" y="4527451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&amp; AI</a:t>
            </a:r>
            <a:endParaRPr lang="en-US" sz="1833" dirty="0"/>
          </a:p>
        </p:txBody>
      </p:sp>
      <p:sp>
        <p:nvSpPr>
          <p:cNvPr id="13" name="Text 7"/>
          <p:cNvSpPr/>
          <p:nvPr/>
        </p:nvSpPr>
        <p:spPr>
          <a:xfrm>
            <a:off x="5942211" y="4936133"/>
            <a:ext cx="558829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/ MySQL</a:t>
            </a:r>
            <a:endParaRPr lang="en-US" sz="1458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492" y="5597624"/>
            <a:ext cx="472480" cy="4724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942211" y="559762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Dev Tools</a:t>
            </a:r>
            <a:endParaRPr lang="en-US" sz="1833" dirty="0"/>
          </a:p>
        </p:txBody>
      </p:sp>
      <p:sp>
        <p:nvSpPr>
          <p:cNvPr id="16" name="Text 9"/>
          <p:cNvSpPr/>
          <p:nvPr/>
        </p:nvSpPr>
        <p:spPr>
          <a:xfrm>
            <a:off x="5942211" y="6006307"/>
            <a:ext cx="558829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GitHub, VS Code</a:t>
            </a:r>
            <a:endParaRPr lang="en-US" sz="145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516857"/>
            <a:ext cx="619194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Hardware &amp; Software Requirements</a:t>
            </a:r>
            <a:endParaRPr lang="en-US" sz="2958" dirty="0"/>
          </a:p>
        </p:txBody>
      </p:sp>
      <p:sp>
        <p:nvSpPr>
          <p:cNvPr id="3" name="Text 1"/>
          <p:cNvSpPr/>
          <p:nvPr/>
        </p:nvSpPr>
        <p:spPr>
          <a:xfrm>
            <a:off x="661492" y="246181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Hardware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661492" y="2946103"/>
            <a:ext cx="5203924" cy="133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 i3 or higher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4GB RAM minimum (8GB recommended)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10GB free storage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internet connection</a:t>
            </a:r>
            <a:endParaRPr lang="en-US" sz="1458" dirty="0"/>
          </a:p>
        </p:txBody>
      </p:sp>
      <p:sp>
        <p:nvSpPr>
          <p:cNvPr id="5" name="Text 3"/>
          <p:cNvSpPr/>
          <p:nvPr/>
        </p:nvSpPr>
        <p:spPr>
          <a:xfrm>
            <a:off x="6332935" y="246181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Software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6332935" y="2946103"/>
            <a:ext cx="5203924" cy="133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/ Linux / macOS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(LTS), MongoDB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Code, modern web browser</a:t>
            </a:r>
            <a:endParaRPr lang="en-US" sz="1458" dirty="0"/>
          </a:p>
          <a:p>
            <a:pPr marL="285739" indent="-285739">
              <a:lnSpc>
                <a:spcPts val="2208"/>
              </a:lnSpc>
              <a:buSzPct val="100000"/>
              <a:buChar char="•"/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to OpenAI API key</a:t>
            </a:r>
            <a:endParaRPr lang="en-US" sz="1458" dirty="0"/>
          </a:p>
        </p:txBody>
      </p:sp>
      <p:sp>
        <p:nvSpPr>
          <p:cNvPr id="7" name="Shape 5"/>
          <p:cNvSpPr/>
          <p:nvPr/>
        </p:nvSpPr>
        <p:spPr>
          <a:xfrm>
            <a:off x="661492" y="4556918"/>
            <a:ext cx="10869018" cy="784225"/>
          </a:xfrm>
          <a:prstGeom prst="roundRect">
            <a:avLst>
              <a:gd name="adj" fmla="val 10123"/>
            </a:avLst>
          </a:prstGeom>
          <a:solidFill>
            <a:srgbClr val="C6E4E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3" y="4830961"/>
            <a:ext cx="236240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5755" y="4793159"/>
            <a:ext cx="10065743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Recommended: Use 8GB+ RAM during AI integration and code evaluation tests for reliable performance.</a:t>
            </a:r>
            <a:endParaRPr lang="en-US" sz="145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2282" y="543819"/>
            <a:ext cx="3378002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8"/>
              </a:lnSpc>
            </a:pPr>
            <a:r>
              <a:rPr lang="en-US" sz="1958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Timeline (Gantt View)</a:t>
            </a:r>
            <a:endParaRPr lang="en-US" sz="195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29" y="1142358"/>
            <a:ext cx="8884803" cy="4765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2282" y="5998667"/>
            <a:ext cx="870743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8"/>
              </a:lnSpc>
            </a:pPr>
            <a:r>
              <a:rPr lang="en-US" sz="9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Gantt-style horizontal bars map tasks to weeks — parallel front/back development across Weeks 3–6, AI integration in Week 7, testing in Week 8, and deployment in Week 9.</a:t>
            </a:r>
            <a:endParaRPr lang="en-US" sz="95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417439"/>
            <a:ext cx="5994698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Outcomes &amp; Future Enhancements</a:t>
            </a:r>
            <a:endParaRPr lang="en-US" sz="295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2267943"/>
            <a:ext cx="762397" cy="95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129" y="226794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Outcomes</a:t>
            </a:r>
            <a:endParaRPr lang="en-US" sz="1833" dirty="0"/>
          </a:p>
        </p:txBody>
      </p:sp>
      <p:sp>
        <p:nvSpPr>
          <p:cNvPr id="5" name="Text 2"/>
          <p:cNvSpPr/>
          <p:nvPr/>
        </p:nvSpPr>
        <p:spPr>
          <a:xfrm>
            <a:off x="1660129" y="2676625"/>
            <a:ext cx="2466876" cy="19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Completed web app with AI JD analysis, automated mock interviews, coding evaluator, and a feedback dashboard. Ready for pilot testing and academic evaluation.</a:t>
            </a:r>
            <a:endParaRPr lang="en-US" sz="145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244" y="2267943"/>
            <a:ext cx="762397" cy="952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881" y="226794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Potential Deliverables</a:t>
            </a:r>
            <a:endParaRPr lang="en-US" sz="1833" dirty="0"/>
          </a:p>
        </p:txBody>
      </p:sp>
      <p:sp>
        <p:nvSpPr>
          <p:cNvPr id="8" name="Text 4"/>
          <p:cNvSpPr/>
          <p:nvPr/>
        </p:nvSpPr>
        <p:spPr>
          <a:xfrm>
            <a:off x="5361881" y="2676624"/>
            <a:ext cx="2466876" cy="141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Opportunities for a research publication, provisional patent filing, and commercial deployment as a startup product.</a:t>
            </a:r>
            <a:endParaRPr lang="en-US" sz="1458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996" y="2267943"/>
            <a:ext cx="762397" cy="952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633" y="226794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Enhancements</a:t>
            </a:r>
            <a:endParaRPr lang="en-US" sz="1833" dirty="0"/>
          </a:p>
        </p:txBody>
      </p:sp>
      <p:sp>
        <p:nvSpPr>
          <p:cNvPr id="11" name="Text 6"/>
          <p:cNvSpPr/>
          <p:nvPr/>
        </p:nvSpPr>
        <p:spPr>
          <a:xfrm>
            <a:off x="9063633" y="2676624"/>
            <a:ext cx="2466876" cy="141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Voice-based interviews, video AI assessment, facial expression analysis, company-specific prep, and resume parsing integration.</a:t>
            </a:r>
            <a:endParaRPr lang="en-US" sz="1458" dirty="0"/>
          </a:p>
        </p:txBody>
      </p:sp>
      <p:sp>
        <p:nvSpPr>
          <p:cNvPr id="12" name="Text 7"/>
          <p:cNvSpPr/>
          <p:nvPr/>
        </p:nvSpPr>
        <p:spPr>
          <a:xfrm>
            <a:off x="661492" y="4873526"/>
            <a:ext cx="10869018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58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steps: run controlled user studies to quantify candidate improvement, refine question-generation models, and secure partnerships for pilot deployment.</a:t>
            </a:r>
            <a:endParaRPr lang="en-US" sz="145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656</Words>
  <Application>Microsoft Office PowerPoint</Application>
  <PresentationFormat>Widescreen</PresentationFormat>
  <Paragraphs>98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Host Grotesk Medium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Apoorv Jain</dc:creator>
  <cp:lastModifiedBy>Tushar Prajapati</cp:lastModifiedBy>
  <cp:revision>23</cp:revision>
  <dcterms:created xsi:type="dcterms:W3CDTF">2024-09-12T08:34:15Z</dcterms:created>
  <dcterms:modified xsi:type="dcterms:W3CDTF">2026-05-11T03:35:31Z</dcterms:modified>
</cp:coreProperties>
</file>