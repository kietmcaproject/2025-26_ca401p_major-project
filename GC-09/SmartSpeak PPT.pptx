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Source Sans 3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76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50198" y="2692718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SmartSpeak: Voice-Controlled AI Assistant Using MERN Stack</a:t>
            </a:r>
            <a:endParaRPr lang="en-US" sz="4400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516671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Empowering hands-free interaction with intelligent technology.</a:t>
            </a:r>
          </a:p>
          <a:p>
            <a:pPr marL="0" indent="0" algn="l">
              <a:lnSpc>
                <a:spcPts val="2900"/>
              </a:lnSpc>
              <a:buNone/>
            </a:pPr>
            <a:endParaRPr lang="en-US" sz="1900" dirty="0">
              <a:solidFill>
                <a:srgbClr val="E2E6E9"/>
              </a:solidFill>
              <a:latin typeface="Source Sans 3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 Rani Kumari (202410116100163)</a:t>
            </a:r>
          </a:p>
          <a:p>
            <a:pPr>
              <a:lnSpc>
                <a:spcPts val="2900"/>
              </a:lnSpc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Riya Gaur (202410116100171)</a:t>
            </a:r>
          </a:p>
          <a:p>
            <a:pPr>
              <a:lnSpc>
                <a:spcPts val="2900"/>
              </a:lnSpc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Riya (202410116100170)</a:t>
            </a:r>
          </a:p>
          <a:p>
            <a:pPr>
              <a:lnSpc>
                <a:spcPts val="2900"/>
              </a:lnSpc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Sagar Gupta(202410116100174)</a:t>
            </a:r>
          </a:p>
          <a:p>
            <a:pPr>
              <a:lnSpc>
                <a:spcPts val="2900"/>
              </a:lnSpc>
            </a:pPr>
            <a:endParaRPr lang="en-US" sz="1900" dirty="0">
              <a:solidFill>
                <a:srgbClr val="E2E6E9"/>
              </a:solidFill>
              <a:latin typeface="Source Sans 3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43DB48-26C9-96D9-6DBE-3CCFFB208C26}"/>
              </a:ext>
            </a:extLst>
          </p:cNvPr>
          <p:cNvSpPr/>
          <p:nvPr/>
        </p:nvSpPr>
        <p:spPr>
          <a:xfrm>
            <a:off x="12737432" y="7716253"/>
            <a:ext cx="1892968" cy="51334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148" y="627936"/>
            <a:ext cx="11747897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Overview: The Future of Interaction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99148" y="3121700"/>
            <a:ext cx="8275915" cy="98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SmartSpeak represents a leap in conversational AI, offering an </a:t>
            </a:r>
            <a:r>
              <a:rPr lang="en-US" sz="17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voice assistant</a:t>
            </a: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designed for effortless, hands-free interaction. Imagine controlling your digital world with just your voice.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9148" y="4300776"/>
            <a:ext cx="8275915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robust foundation utilizes the </a:t>
            </a:r>
            <a:r>
              <a:rPr lang="en-US" sz="17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MERN stack</a:t>
            </a: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(MongoDB, Express.js, React, Node.js), providing a full-stack web application capable of high performance and scalability.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9148" y="5150168"/>
            <a:ext cx="8275915" cy="98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core functionality focuses on understanding and responding to natural voice commands, executing tasks such as </a:t>
            </a:r>
            <a:r>
              <a:rPr lang="en-US" sz="17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information retrieval, setting reminders, and managing smart home devices</a:t>
            </a: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all through an intuitive voice interface.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57" y="1831062"/>
            <a:ext cx="4199096" cy="559879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1EF1E95-4FF8-F28B-4C49-B86B181D8D13}"/>
              </a:ext>
            </a:extLst>
          </p:cNvPr>
          <p:cNvSpPr/>
          <p:nvPr/>
        </p:nvSpPr>
        <p:spPr>
          <a:xfrm>
            <a:off x="12962022" y="7748336"/>
            <a:ext cx="1459831" cy="3850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3370" y="1234678"/>
            <a:ext cx="11781592" cy="54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Objectives &amp; Scope: Building Intelligent Interaction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43370" y="2378393"/>
            <a:ext cx="3946565" cy="2636163"/>
          </a:xfrm>
          <a:prstGeom prst="roundRect">
            <a:avLst>
              <a:gd name="adj" fmla="val 4162"/>
            </a:avLst>
          </a:prstGeom>
          <a:solidFill>
            <a:srgbClr val="111213"/>
          </a:solidFill>
          <a:ln/>
        </p:spPr>
      </p:sp>
      <p:sp>
        <p:nvSpPr>
          <p:cNvPr id="4" name="Shape 2"/>
          <p:cNvSpPr/>
          <p:nvPr/>
        </p:nvSpPr>
        <p:spPr>
          <a:xfrm>
            <a:off x="1243370" y="2355533"/>
            <a:ext cx="3946565" cy="91440"/>
          </a:xfrm>
          <a:prstGeom prst="roundRect">
            <a:avLst>
              <a:gd name="adj" fmla="val 3175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926259" y="2088118"/>
            <a:ext cx="580668" cy="580668"/>
          </a:xfrm>
          <a:prstGeom prst="roundRect">
            <a:avLst>
              <a:gd name="adj" fmla="val 15747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100447" y="2233255"/>
            <a:ext cx="2322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9706" y="2862263"/>
            <a:ext cx="310491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Responsive Voice Interface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59706" y="3228380"/>
            <a:ext cx="3513892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a highly </a:t>
            </a: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responsive voice interface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industry-leading speech recognition accuracy, ensuring seamless and natural user interaction.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41739" y="2378393"/>
            <a:ext cx="3946684" cy="2636163"/>
          </a:xfrm>
          <a:prstGeom prst="roundRect">
            <a:avLst>
              <a:gd name="adj" fmla="val 4162"/>
            </a:avLst>
          </a:prstGeom>
          <a:solidFill>
            <a:srgbClr val="111213"/>
          </a:solidFill>
          <a:ln/>
        </p:spPr>
      </p:sp>
      <p:sp>
        <p:nvSpPr>
          <p:cNvPr id="10" name="Shape 8"/>
          <p:cNvSpPr/>
          <p:nvPr/>
        </p:nvSpPr>
        <p:spPr>
          <a:xfrm>
            <a:off x="5341739" y="2355533"/>
            <a:ext cx="3946684" cy="91440"/>
          </a:xfrm>
          <a:prstGeom prst="roundRect">
            <a:avLst>
              <a:gd name="adj" fmla="val 3175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24747" y="2088118"/>
            <a:ext cx="580668" cy="580668"/>
          </a:xfrm>
          <a:prstGeom prst="roundRect">
            <a:avLst>
              <a:gd name="adj" fmla="val 15747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198935" y="2233255"/>
            <a:ext cx="2322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8076" y="2862263"/>
            <a:ext cx="3514011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Natural Language Understanding (NLU)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58076" y="3503414"/>
            <a:ext cx="3514011" cy="129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advanced </a:t>
            </a: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 language understanding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capabilities to interpret diverse user commands, moving beyond keyword recognition to true intent understanding.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40227" y="2378393"/>
            <a:ext cx="3946684" cy="2636163"/>
          </a:xfrm>
          <a:prstGeom prst="roundRect">
            <a:avLst>
              <a:gd name="adj" fmla="val 4162"/>
            </a:avLst>
          </a:prstGeom>
          <a:solidFill>
            <a:srgbClr val="111213"/>
          </a:solidFill>
          <a:ln/>
        </p:spPr>
      </p:sp>
      <p:sp>
        <p:nvSpPr>
          <p:cNvPr id="16" name="Shape 14"/>
          <p:cNvSpPr/>
          <p:nvPr/>
        </p:nvSpPr>
        <p:spPr>
          <a:xfrm>
            <a:off x="9440227" y="2355533"/>
            <a:ext cx="3946684" cy="91440"/>
          </a:xfrm>
          <a:prstGeom prst="roundRect">
            <a:avLst>
              <a:gd name="adj" fmla="val 3175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23235" y="2088118"/>
            <a:ext cx="580668" cy="580668"/>
          </a:xfrm>
          <a:prstGeom prst="roundRect">
            <a:avLst>
              <a:gd name="adj" fmla="val 157474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297424" y="2233255"/>
            <a:ext cx="2322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56564" y="2862263"/>
            <a:ext cx="351020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Seamless Backend Integration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56564" y="3228380"/>
            <a:ext cx="3514011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Ensure </a:t>
            </a: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integration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robust backend services and secure databases, enabling reliable data exchange and efficient task execution.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43370" y="5242203"/>
            <a:ext cx="2639854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Scope Areas: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243370" y="5799773"/>
            <a:ext cx="12143542" cy="10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 Command Processing: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spoken word to actionable response.</a:t>
            </a:r>
            <a:endParaRPr lang="en-US" sz="15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Personalization: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Authentication and custom settings for a tailored experience.</a:t>
            </a:r>
            <a:endParaRPr lang="en-US" sz="15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Home Control: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Basic management of connected devices.</a:t>
            </a:r>
            <a:endParaRPr lang="en-US" sz="15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Information Queries: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Quick access to relevant data.</a:t>
            </a:r>
            <a:endParaRPr lang="en-US" sz="15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66A6AD-8081-8042-6594-C7DEF9D70E90}"/>
              </a:ext>
            </a:extLst>
          </p:cNvPr>
          <p:cNvSpPr/>
          <p:nvPr/>
        </p:nvSpPr>
        <p:spPr>
          <a:xfrm>
            <a:off x="13024961" y="7628019"/>
            <a:ext cx="1396891" cy="6015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739" y="942142"/>
            <a:ext cx="11466552" cy="624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Methodology: The MERN Stack Powerhouse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39" y="1958935"/>
            <a:ext cx="1544479" cy="15444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0195" y="1958935"/>
            <a:ext cx="1348502" cy="62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Frontend: React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510195" y="2701052"/>
            <a:ext cx="1348502" cy="374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Leveraging React for a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and intuitive user interface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ensuring a fluid experience for voice input handling and visual feedback.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08" y="1958935"/>
            <a:ext cx="1544479" cy="15444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4064" y="1958935"/>
            <a:ext cx="1348621" cy="93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Backend: Node.js &amp; Express.js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844064" y="3013353"/>
            <a:ext cx="1348621" cy="374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Utilizing Node.js and Express.js to manage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API requests and business logic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forming the backbone of SmartSpeak's operations.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596" y="1958935"/>
            <a:ext cx="1544479" cy="15444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8052" y="1958935"/>
            <a:ext cx="1348621" cy="62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Database: MongoDB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178052" y="2701052"/>
            <a:ext cx="1348621" cy="4053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MongoDB provides a flexible, scalable database solution for storing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data, preferences, and comprehensive command history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584" y="1958935"/>
            <a:ext cx="1544479" cy="15444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512040" y="1958935"/>
            <a:ext cx="1348621" cy="93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Voice Processing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2512040" y="3013353"/>
            <a:ext cx="1348621" cy="3118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with the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 Speech API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leading third-party services for accurate speech-to-text and natural text-to-speech capabilities.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69739" y="6975634"/>
            <a:ext cx="13090922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Agile development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principles will guide our workflow, incorporating iterative testing and continuous user feedback for optimal results.</a:t>
            </a:r>
            <a:endParaRPr lang="en-US" sz="17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0512F6-4F34-0C9B-19F4-AF2EF20D8525}"/>
              </a:ext>
            </a:extLst>
          </p:cNvPr>
          <p:cNvSpPr/>
          <p:nvPr/>
        </p:nvSpPr>
        <p:spPr>
          <a:xfrm>
            <a:off x="12978063" y="7819668"/>
            <a:ext cx="1491916" cy="3118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606862"/>
            <a:ext cx="13085683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Requirements &amp; Timeline: Paving the Way to Launch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13410" y="2156460"/>
            <a:ext cx="4547830" cy="5469731"/>
          </a:xfrm>
          <a:prstGeom prst="roundRect">
            <a:avLst>
              <a:gd name="adj" fmla="val 7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34033" y="2841903"/>
            <a:ext cx="3009186" cy="37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Requirements: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34033" y="3415189"/>
            <a:ext cx="4106585" cy="3448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MERN Stack Environment: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fully configured development setup is essential.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Speech APIs: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Access to robust speech recognition and synthesis APIs.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Testing Devices: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Devices equipped with high-quality microphones and speakers for accurate testing.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Infrastructure: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Scalable cloud services for deployment and performance.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48313" y="2353747"/>
            <a:ext cx="3009186" cy="37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Timeline:</a:t>
            </a:r>
            <a:endParaRPr lang="en-US" sz="2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13" y="2951678"/>
            <a:ext cx="8317230" cy="36483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68931" y="5663062"/>
            <a:ext cx="1257012" cy="20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68931" y="5931644"/>
            <a:ext cx="1257012" cy="340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3–5: Frontend &amp; backend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062159" y="5663062"/>
            <a:ext cx="1257012" cy="20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Launch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062159" y="5931644"/>
            <a:ext cx="1257012" cy="340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7: Deployment &amp; training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16331" y="3279579"/>
            <a:ext cx="1257012" cy="20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16331" y="3548162"/>
            <a:ext cx="1257012" cy="51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1–2: Requirements &amp; design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93553" y="3279579"/>
            <a:ext cx="1257012" cy="20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93553" y="3548162"/>
            <a:ext cx="1257012" cy="340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6: Integration and testing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48313" y="6821924"/>
            <a:ext cx="8317230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structured timeline ensures a focused approach from initial concept to final deployment.</a:t>
            </a:r>
            <a:endParaRPr lang="en-US" sz="17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29358E-0B6C-3DE0-A313-157F5E7D7CFD}"/>
              </a:ext>
            </a:extLst>
          </p:cNvPr>
          <p:cNvSpPr/>
          <p:nvPr/>
        </p:nvSpPr>
        <p:spPr>
          <a:xfrm>
            <a:off x="12897853" y="7844589"/>
            <a:ext cx="1620252" cy="2566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516" y="1185029"/>
            <a:ext cx="7740967" cy="113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Expected Outcomes: Transforming Interaction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01516" y="2567821"/>
            <a:ext cx="2471738" cy="2986207"/>
          </a:xfrm>
          <a:prstGeom prst="roundRect">
            <a:avLst>
              <a:gd name="adj" fmla="val 19462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901898" y="2768203"/>
            <a:ext cx="2070973" cy="854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 AI Assistant Prototype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01898" y="3719870"/>
            <a:ext cx="2070973" cy="163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Delivery of a robust, </a:t>
            </a:r>
            <a:r>
              <a:rPr lang="en-US" sz="15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functional voice-controlled AI assistant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prototype, ready for user trials and further development.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336012" y="2567821"/>
            <a:ext cx="2471857" cy="2986207"/>
          </a:xfrm>
          <a:prstGeom prst="roundRect">
            <a:avLst>
              <a:gd name="adj" fmla="val 19461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3536394" y="2768203"/>
            <a:ext cx="2071092" cy="569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Enhanced User Experience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536394" y="3435191"/>
            <a:ext cx="2071092" cy="19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Significantly </a:t>
            </a:r>
            <a:r>
              <a:rPr lang="en-US" sz="15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user experience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through intuitive and natural voice interaction, making technology more accessible.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70627" y="2567821"/>
            <a:ext cx="2471738" cy="2986207"/>
          </a:xfrm>
          <a:prstGeom prst="roundRect">
            <a:avLst>
              <a:gd name="adj" fmla="val 19462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6171009" y="2768203"/>
            <a:ext cx="2070973" cy="569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Scalable Architecture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171009" y="3435191"/>
            <a:ext cx="2070973" cy="163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Establishment of a </a:t>
            </a:r>
            <a:r>
              <a:rPr lang="en-US" sz="15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and modular architecture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enabling seamless future feature expansion and integration.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1516" y="5716786"/>
            <a:ext cx="7740848" cy="1327666"/>
          </a:xfrm>
          <a:prstGeom prst="roundRect">
            <a:avLst>
              <a:gd name="adj" fmla="val 36232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901898" y="5917168"/>
            <a:ext cx="312205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Foundation for Innovation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01898" y="6299478"/>
            <a:ext cx="7340084" cy="54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Laying the groundwork for advanced </a:t>
            </a:r>
            <a:r>
              <a:rPr lang="en-US" sz="15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home automation</a:t>
            </a: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innovative productivity tools, expanding SmartSpeak's potential.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591</Words>
  <Application>Microsoft Office PowerPoint</Application>
  <PresentationFormat>Custom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Source Sans 3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Rani Kumari</dc:creator>
  <cp:lastModifiedBy>Rani Kumari</cp:lastModifiedBy>
  <cp:revision>2</cp:revision>
  <dcterms:created xsi:type="dcterms:W3CDTF">2026-02-11T04:46:57Z</dcterms:created>
  <dcterms:modified xsi:type="dcterms:W3CDTF">2026-02-11T05:04:50Z</dcterms:modified>
</cp:coreProperties>
</file>